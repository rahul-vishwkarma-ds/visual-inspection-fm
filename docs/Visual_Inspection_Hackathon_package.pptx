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Roboto"/>
      <p:regular r:id="rId15"/>
      <p:bold r:id="rId16"/>
      <p:italic r:id="rId17"/>
      <p:boldItalic r:id="rId18"/>
    </p:embeddedFont>
    <p:embeddedFont>
      <p:font typeface="Roboto Medium"/>
      <p:regular r:id="rId19"/>
      <p:bold r:id="rId20"/>
      <p:italic r:id="rId21"/>
      <p:boldItalic r:id="rId22"/>
    </p:embeddedFont>
    <p:embeddedFont>
      <p:font typeface="Roboto Light"/>
      <p:regular r:id="rId23"/>
      <p:bold r:id="rId24"/>
      <p:italic r:id="rId25"/>
      <p:boldItalic r:id="rId26"/>
    </p:embeddedFont>
    <p:embeddedFont>
      <p:font typeface="Space Grotesk"/>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9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F0A436-6BC9-4FD5-B52E-B7EFCF1DE3D3}">
  <a:tblStyle styleId="{EFF0A436-6BC9-4FD5-B52E-B7EFCF1DE3D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9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edium-bold.fntdata"/><Relationship Id="rId22" Type="http://schemas.openxmlformats.org/officeDocument/2006/relationships/font" Target="fonts/RobotoMedium-boldItalic.fntdata"/><Relationship Id="rId21" Type="http://schemas.openxmlformats.org/officeDocument/2006/relationships/font" Target="fonts/RobotoMedium-italic.fntdata"/><Relationship Id="rId24" Type="http://schemas.openxmlformats.org/officeDocument/2006/relationships/font" Target="fonts/RobotoLight-bold.fntdata"/><Relationship Id="rId23" Type="http://schemas.openxmlformats.org/officeDocument/2006/relationships/font" Target="fonts/Roboto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Light-boldItalic.fntdata"/><Relationship Id="rId25" Type="http://schemas.openxmlformats.org/officeDocument/2006/relationships/font" Target="fonts/RobotoLight-italic.fntdata"/><Relationship Id="rId28" Type="http://schemas.openxmlformats.org/officeDocument/2006/relationships/font" Target="fonts/SpaceGrotesk-bold.fntdata"/><Relationship Id="rId27" Type="http://schemas.openxmlformats.org/officeDocument/2006/relationships/font" Target="fonts/SpaceGrotesk-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Roboto-regular.fntdata"/><Relationship Id="rId14" Type="http://schemas.openxmlformats.org/officeDocument/2006/relationships/slide" Target="slides/slide8.xml"/><Relationship Id="rId17" Type="http://schemas.openxmlformats.org/officeDocument/2006/relationships/font" Target="fonts/Roboto-italic.fntdata"/><Relationship Id="rId16" Type="http://schemas.openxmlformats.org/officeDocument/2006/relationships/font" Target="fonts/Roboto-bold.fntdata"/><Relationship Id="rId19" Type="http://schemas.openxmlformats.org/officeDocument/2006/relationships/font" Target="fonts/RobotoMedium-regular.fntdata"/><Relationship Id="rId18"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409b519a69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409b519a69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409b519a693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409b519a693_0_3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409b519a693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409b519a693_0_2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409b519a693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409b519a693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409b519a693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409b519a693_0_4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409b519a693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409b519a693_0_5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409b519a693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409b519a693_0_5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409b519a693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409b519a693_0_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9.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9.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9.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9.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9.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1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29.pn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Custom Layout">
  <p:cSld name="20_Custom Layout">
    <p:bg>
      <p:bgPr>
        <a:solidFill>
          <a:schemeClr val="dk1"/>
        </a:solidFill>
      </p:bgPr>
    </p:bg>
    <p:spTree>
      <p:nvGrpSpPr>
        <p:cNvPr id="10" name="Shape 10"/>
        <p:cNvGrpSpPr/>
        <p:nvPr/>
      </p:nvGrpSpPr>
      <p:grpSpPr>
        <a:xfrm>
          <a:off x="0" y="0"/>
          <a:ext cx="0" cy="0"/>
          <a:chOff x="0" y="0"/>
          <a:chExt cx="0" cy="0"/>
        </a:xfrm>
      </p:grpSpPr>
      <p:pic>
        <p:nvPicPr>
          <p:cNvPr descr="A black background with many squares&#10;&#10;Description automatically generated" id="11" name="Google Shape;11;p2"/>
          <p:cNvPicPr preferRelativeResize="0"/>
          <p:nvPr/>
        </p:nvPicPr>
        <p:blipFill rotWithShape="1">
          <a:blip r:embed="rId2">
            <a:alphaModFix amt="50000"/>
          </a:blip>
          <a:srcRect b="0" l="0" r="0" t="0"/>
          <a:stretch/>
        </p:blipFill>
        <p:spPr>
          <a:xfrm>
            <a:off x="0" y="-1"/>
            <a:ext cx="9144004" cy="5143501"/>
          </a:xfrm>
          <a:prstGeom prst="rect">
            <a:avLst/>
          </a:prstGeom>
          <a:noFill/>
          <a:ln>
            <a:noFill/>
          </a:ln>
        </p:spPr>
      </p:pic>
      <p:sp>
        <p:nvSpPr>
          <p:cNvPr id="12" name="Google Shape;12;p2"/>
          <p:cNvSpPr/>
          <p:nvPr>
            <p:ph idx="2" type="pic"/>
          </p:nvPr>
        </p:nvSpPr>
        <p:spPr>
          <a:xfrm>
            <a:off x="4571703" y="0"/>
            <a:ext cx="4572300" cy="5143500"/>
          </a:xfrm>
          <a:prstGeom prst="rect">
            <a:avLst/>
          </a:prstGeom>
          <a:solidFill>
            <a:schemeClr val="lt1"/>
          </a:solidFill>
          <a:ln>
            <a:noFill/>
          </a:ln>
        </p:spPr>
      </p:sp>
      <p:pic>
        <p:nvPicPr>
          <p:cNvPr id="13" name="Google Shape;13;p2"/>
          <p:cNvPicPr preferRelativeResize="0"/>
          <p:nvPr/>
        </p:nvPicPr>
        <p:blipFill>
          <a:blip r:embed="rId3">
            <a:alphaModFix/>
          </a:blip>
          <a:stretch>
            <a:fillRect/>
          </a:stretch>
        </p:blipFill>
        <p:spPr>
          <a:xfrm>
            <a:off x="303225" y="303225"/>
            <a:ext cx="1387351" cy="209825"/>
          </a:xfrm>
          <a:prstGeom prst="rect">
            <a:avLst/>
          </a:prstGeom>
          <a:noFill/>
          <a:ln>
            <a:noFill/>
          </a:ln>
        </p:spPr>
      </p:pic>
      <p:pic>
        <p:nvPicPr>
          <p:cNvPr id="14" name="Google Shape;14;p2"/>
          <p:cNvPicPr preferRelativeResize="0"/>
          <p:nvPr/>
        </p:nvPicPr>
        <p:blipFill>
          <a:blip r:embed="rId4">
            <a:alphaModFix/>
          </a:blip>
          <a:stretch>
            <a:fillRect/>
          </a:stretch>
        </p:blipFill>
        <p:spPr>
          <a:xfrm>
            <a:off x="7280125" y="392400"/>
            <a:ext cx="1560673" cy="610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Black">
  <p:cSld name="1_Section_Black">
    <p:bg>
      <p:bgPr>
        <a:solidFill>
          <a:srgbClr val="1B1B1B"/>
        </a:solidFill>
      </p:bgPr>
    </p:bg>
    <p:spTree>
      <p:nvGrpSpPr>
        <p:cNvPr id="15" name="Shape 15"/>
        <p:cNvGrpSpPr/>
        <p:nvPr/>
      </p:nvGrpSpPr>
      <p:grpSpPr>
        <a:xfrm>
          <a:off x="0" y="0"/>
          <a:ext cx="0" cy="0"/>
          <a:chOff x="0" y="0"/>
          <a:chExt cx="0" cy="0"/>
        </a:xfrm>
      </p:grpSpPr>
      <p:pic>
        <p:nvPicPr>
          <p:cNvPr descr="A black background with many squares&#10;&#10;Description automatically generated" id="16" name="Google Shape;16;p3"/>
          <p:cNvPicPr preferRelativeResize="0"/>
          <p:nvPr/>
        </p:nvPicPr>
        <p:blipFill rotWithShape="1">
          <a:blip r:embed="rId2">
            <a:alphaModFix amt="50000"/>
          </a:blip>
          <a:srcRect b="0" l="0" r="0" t="0"/>
          <a:stretch/>
        </p:blipFill>
        <p:spPr>
          <a:xfrm>
            <a:off x="0" y="-1"/>
            <a:ext cx="9144004" cy="5143501"/>
          </a:xfrm>
          <a:prstGeom prst="rect">
            <a:avLst/>
          </a:prstGeom>
          <a:noFill/>
          <a:ln>
            <a:noFill/>
          </a:ln>
        </p:spPr>
      </p:pic>
      <p:sp>
        <p:nvSpPr>
          <p:cNvPr id="17" name="Google Shape;17;p3"/>
          <p:cNvSpPr txBox="1"/>
          <p:nvPr/>
        </p:nvSpPr>
        <p:spPr>
          <a:xfrm>
            <a:off x="2096800" y="2001450"/>
            <a:ext cx="4668900" cy="708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t/>
            </a:r>
            <a:endParaRPr b="0" i="0" sz="4600" u="none" cap="none" strike="noStrike">
              <a:solidFill>
                <a:schemeClr val="lt1"/>
              </a:solidFill>
              <a:latin typeface="Roboto"/>
              <a:ea typeface="Roboto"/>
              <a:cs typeface="Roboto"/>
              <a:sym typeface="Roboto"/>
            </a:endParaRPr>
          </a:p>
        </p:txBody>
      </p:sp>
      <p:sp>
        <p:nvSpPr>
          <p:cNvPr id="18" name="Google Shape;18;p3"/>
          <p:cNvSpPr txBox="1"/>
          <p:nvPr>
            <p:ph idx="1" type="subTitle"/>
          </p:nvPr>
        </p:nvSpPr>
        <p:spPr>
          <a:xfrm>
            <a:off x="2095425" y="1726050"/>
            <a:ext cx="5342100" cy="1539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1000"/>
              <a:buNone/>
              <a:defRPr sz="1000">
                <a:solidFill>
                  <a:schemeClr val="dk2"/>
                </a:solidFill>
              </a:defRPr>
            </a:lvl1pPr>
            <a:lvl2pPr lvl="1" algn="l">
              <a:lnSpc>
                <a:spcPct val="115000"/>
              </a:lnSpc>
              <a:spcBef>
                <a:spcPts val="600"/>
              </a:spcBef>
              <a:spcAft>
                <a:spcPts val="0"/>
              </a:spcAft>
              <a:buClr>
                <a:schemeClr val="dk2"/>
              </a:buClr>
              <a:buSzPts val="1000"/>
              <a:buNone/>
              <a:defRPr sz="1000">
                <a:solidFill>
                  <a:schemeClr val="dk2"/>
                </a:solidFill>
              </a:defRPr>
            </a:lvl2pPr>
            <a:lvl3pPr lvl="2" algn="l">
              <a:lnSpc>
                <a:spcPct val="115000"/>
              </a:lnSpc>
              <a:spcBef>
                <a:spcPts val="600"/>
              </a:spcBef>
              <a:spcAft>
                <a:spcPts val="0"/>
              </a:spcAft>
              <a:buClr>
                <a:schemeClr val="dk2"/>
              </a:buClr>
              <a:buSzPts val="1000"/>
              <a:buNone/>
              <a:defRPr sz="1000">
                <a:solidFill>
                  <a:schemeClr val="dk2"/>
                </a:solidFill>
              </a:defRPr>
            </a:lvl3pPr>
            <a:lvl4pPr lvl="3" algn="l">
              <a:lnSpc>
                <a:spcPct val="115000"/>
              </a:lnSpc>
              <a:spcBef>
                <a:spcPts val="600"/>
              </a:spcBef>
              <a:spcAft>
                <a:spcPts val="0"/>
              </a:spcAft>
              <a:buClr>
                <a:schemeClr val="dk2"/>
              </a:buClr>
              <a:buSzPts val="1000"/>
              <a:buNone/>
              <a:defRPr>
                <a:solidFill>
                  <a:schemeClr val="dk2"/>
                </a:solidFill>
              </a:defRPr>
            </a:lvl4pPr>
            <a:lvl5pPr lvl="4" algn="l">
              <a:lnSpc>
                <a:spcPct val="115000"/>
              </a:lnSpc>
              <a:spcBef>
                <a:spcPts val="600"/>
              </a:spcBef>
              <a:spcAft>
                <a:spcPts val="0"/>
              </a:spcAft>
              <a:buClr>
                <a:schemeClr val="dk2"/>
              </a:buClr>
              <a:buSzPts val="1000"/>
              <a:buNone/>
              <a:defRPr>
                <a:solidFill>
                  <a:schemeClr val="dk2"/>
                </a:solidFill>
              </a:defRPr>
            </a:lvl5pPr>
            <a:lvl6pPr lvl="5" algn="l">
              <a:lnSpc>
                <a:spcPct val="115000"/>
              </a:lnSpc>
              <a:spcBef>
                <a:spcPts val="600"/>
              </a:spcBef>
              <a:spcAft>
                <a:spcPts val="0"/>
              </a:spcAft>
              <a:buClr>
                <a:schemeClr val="dk2"/>
              </a:buClr>
              <a:buSzPts val="1000"/>
              <a:buNone/>
              <a:defRPr>
                <a:solidFill>
                  <a:schemeClr val="dk2"/>
                </a:solidFill>
              </a:defRPr>
            </a:lvl6pPr>
            <a:lvl7pPr lvl="6" algn="l">
              <a:lnSpc>
                <a:spcPct val="115000"/>
              </a:lnSpc>
              <a:spcBef>
                <a:spcPts val="600"/>
              </a:spcBef>
              <a:spcAft>
                <a:spcPts val="0"/>
              </a:spcAft>
              <a:buClr>
                <a:schemeClr val="dk2"/>
              </a:buClr>
              <a:buSzPts val="1000"/>
              <a:buNone/>
              <a:defRPr>
                <a:solidFill>
                  <a:schemeClr val="dk2"/>
                </a:solidFill>
              </a:defRPr>
            </a:lvl7pPr>
            <a:lvl8pPr lvl="7" algn="l">
              <a:lnSpc>
                <a:spcPct val="115000"/>
              </a:lnSpc>
              <a:spcBef>
                <a:spcPts val="600"/>
              </a:spcBef>
              <a:spcAft>
                <a:spcPts val="0"/>
              </a:spcAft>
              <a:buClr>
                <a:schemeClr val="dk2"/>
              </a:buClr>
              <a:buSzPts val="1000"/>
              <a:buNone/>
              <a:defRPr>
                <a:solidFill>
                  <a:schemeClr val="dk2"/>
                </a:solidFill>
              </a:defRPr>
            </a:lvl8pPr>
            <a:lvl9pPr lvl="8" algn="l">
              <a:lnSpc>
                <a:spcPct val="115000"/>
              </a:lnSpc>
              <a:spcBef>
                <a:spcPts val="600"/>
              </a:spcBef>
              <a:spcAft>
                <a:spcPts val="600"/>
              </a:spcAft>
              <a:buClr>
                <a:schemeClr val="dk2"/>
              </a:buClr>
              <a:buSzPts val="1000"/>
              <a:buNone/>
              <a:defRPr>
                <a:solidFill>
                  <a:schemeClr val="dk2"/>
                </a:solidFill>
              </a:defRPr>
            </a:lvl9pPr>
          </a:lstStyle>
          <a:p/>
        </p:txBody>
      </p:sp>
      <p:sp>
        <p:nvSpPr>
          <p:cNvPr id="19" name="Google Shape;19;p3"/>
          <p:cNvSpPr txBox="1"/>
          <p:nvPr>
            <p:ph idx="2" type="subTitle"/>
          </p:nvPr>
        </p:nvSpPr>
        <p:spPr>
          <a:xfrm>
            <a:off x="2095325" y="2121419"/>
            <a:ext cx="5342100" cy="1726200"/>
          </a:xfrm>
          <a:prstGeom prst="rect">
            <a:avLst/>
          </a:prstGeom>
          <a:noFill/>
          <a:ln>
            <a:noFill/>
          </a:ln>
        </p:spPr>
        <p:txBody>
          <a:bodyPr anchorCtr="0" anchor="t" bIns="0" lIns="0" spcFirstLastPara="1" rIns="0" wrap="square" tIns="0">
            <a:spAutoFit/>
          </a:bodyPr>
          <a:lstStyle>
            <a:lvl1pPr lvl="0" algn="l">
              <a:lnSpc>
                <a:spcPct val="80000"/>
              </a:lnSpc>
              <a:spcBef>
                <a:spcPts val="0"/>
              </a:spcBef>
              <a:spcAft>
                <a:spcPts val="0"/>
              </a:spcAft>
              <a:buClr>
                <a:schemeClr val="dk2"/>
              </a:buClr>
              <a:buSzPts val="4600"/>
              <a:buFont typeface="Roboto Light"/>
              <a:buNone/>
              <a:defRPr sz="4600">
                <a:solidFill>
                  <a:schemeClr val="dk2"/>
                </a:solidFill>
                <a:latin typeface="Roboto Light"/>
                <a:ea typeface="Roboto Light"/>
                <a:cs typeface="Roboto Light"/>
                <a:sym typeface="Roboto Light"/>
              </a:defRPr>
            </a:lvl1pPr>
            <a:lvl2pPr lvl="1"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2pPr>
            <a:lvl3pPr lvl="2"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3pPr>
            <a:lvl4pPr lvl="3"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4pPr>
            <a:lvl5pPr lvl="4"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5pPr>
            <a:lvl6pPr lvl="5"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6pPr>
            <a:lvl7pPr lvl="6"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7pPr>
            <a:lvl8pPr lvl="7"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8pPr>
            <a:lvl9pPr lvl="8" algn="l">
              <a:lnSpc>
                <a:spcPct val="100000"/>
              </a:lnSpc>
              <a:spcBef>
                <a:spcPts val="600"/>
              </a:spcBef>
              <a:spcAft>
                <a:spcPts val="600"/>
              </a:spcAft>
              <a:buClr>
                <a:schemeClr val="dk2"/>
              </a:buClr>
              <a:buSzPts val="4600"/>
              <a:buFont typeface="Roboto Light"/>
              <a:buNone/>
              <a:defRPr sz="4600">
                <a:solidFill>
                  <a:schemeClr val="dk2"/>
                </a:solidFill>
                <a:latin typeface="Roboto"/>
                <a:ea typeface="Roboto"/>
                <a:cs typeface="Roboto"/>
                <a:sym typeface="Roboto"/>
              </a:defRPr>
            </a:lvl9pPr>
          </a:lstStyle>
          <a:p/>
        </p:txBody>
      </p:sp>
      <p:pic>
        <p:nvPicPr>
          <p:cNvPr id="20" name="Google Shape;20;p3"/>
          <p:cNvPicPr preferRelativeResize="0"/>
          <p:nvPr/>
        </p:nvPicPr>
        <p:blipFill>
          <a:blip r:embed="rId3">
            <a:alphaModFix/>
          </a:blip>
          <a:stretch>
            <a:fillRect/>
          </a:stretch>
        </p:blipFill>
        <p:spPr>
          <a:xfrm>
            <a:off x="303225" y="303225"/>
            <a:ext cx="1387351" cy="209825"/>
          </a:xfrm>
          <a:prstGeom prst="rect">
            <a:avLst/>
          </a:prstGeom>
          <a:noFill/>
          <a:ln>
            <a:noFill/>
          </a:ln>
        </p:spPr>
      </p:pic>
      <p:sp>
        <p:nvSpPr>
          <p:cNvPr id="21" name="Google Shape;21;p3"/>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Black 1">
  <p:cSld name="1_Section_Black_1">
    <p:bg>
      <p:bgPr>
        <a:solidFill>
          <a:srgbClr val="1B1B1B"/>
        </a:solidFill>
      </p:bgPr>
    </p:bg>
    <p:spTree>
      <p:nvGrpSpPr>
        <p:cNvPr id="22" name="Shape 22"/>
        <p:cNvGrpSpPr/>
        <p:nvPr/>
      </p:nvGrpSpPr>
      <p:grpSpPr>
        <a:xfrm>
          <a:off x="0" y="0"/>
          <a:ext cx="0" cy="0"/>
          <a:chOff x="0" y="0"/>
          <a:chExt cx="0" cy="0"/>
        </a:xfrm>
      </p:grpSpPr>
      <p:pic>
        <p:nvPicPr>
          <p:cNvPr descr="A black background with many squares&#10;&#10;Description automatically generated" id="23" name="Google Shape;23;p4"/>
          <p:cNvPicPr preferRelativeResize="0"/>
          <p:nvPr/>
        </p:nvPicPr>
        <p:blipFill rotWithShape="1">
          <a:blip r:embed="rId2">
            <a:alphaModFix amt="50000"/>
          </a:blip>
          <a:srcRect b="0" l="0" r="0" t="0"/>
          <a:stretch/>
        </p:blipFill>
        <p:spPr>
          <a:xfrm>
            <a:off x="0" y="-1"/>
            <a:ext cx="9144004" cy="5143501"/>
          </a:xfrm>
          <a:prstGeom prst="rect">
            <a:avLst/>
          </a:prstGeom>
          <a:noFill/>
          <a:ln>
            <a:noFill/>
          </a:ln>
        </p:spPr>
      </p:pic>
      <p:sp>
        <p:nvSpPr>
          <p:cNvPr id="24" name="Google Shape;24;p4"/>
          <p:cNvSpPr txBox="1"/>
          <p:nvPr/>
        </p:nvSpPr>
        <p:spPr>
          <a:xfrm>
            <a:off x="2096800" y="2001450"/>
            <a:ext cx="4668900" cy="708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t/>
            </a:r>
            <a:endParaRPr b="0" i="0" sz="4600" u="none" cap="none" strike="noStrike">
              <a:solidFill>
                <a:schemeClr val="lt1"/>
              </a:solidFill>
              <a:latin typeface="Roboto"/>
              <a:ea typeface="Roboto"/>
              <a:cs typeface="Roboto"/>
              <a:sym typeface="Roboto"/>
            </a:endParaRPr>
          </a:p>
        </p:txBody>
      </p:sp>
      <p:sp>
        <p:nvSpPr>
          <p:cNvPr id="25" name="Google Shape;25;p4"/>
          <p:cNvSpPr txBox="1"/>
          <p:nvPr>
            <p:ph idx="1" type="subTitle"/>
          </p:nvPr>
        </p:nvSpPr>
        <p:spPr>
          <a:xfrm>
            <a:off x="2095425" y="1726050"/>
            <a:ext cx="5342100" cy="1539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1000"/>
              <a:buNone/>
              <a:defRPr sz="1000">
                <a:solidFill>
                  <a:schemeClr val="dk2"/>
                </a:solidFill>
              </a:defRPr>
            </a:lvl1pPr>
            <a:lvl2pPr lvl="1" algn="l">
              <a:lnSpc>
                <a:spcPct val="115000"/>
              </a:lnSpc>
              <a:spcBef>
                <a:spcPts val="600"/>
              </a:spcBef>
              <a:spcAft>
                <a:spcPts val="0"/>
              </a:spcAft>
              <a:buClr>
                <a:schemeClr val="dk2"/>
              </a:buClr>
              <a:buSzPts val="1000"/>
              <a:buNone/>
              <a:defRPr sz="1000">
                <a:solidFill>
                  <a:schemeClr val="dk2"/>
                </a:solidFill>
              </a:defRPr>
            </a:lvl2pPr>
            <a:lvl3pPr lvl="2" algn="l">
              <a:lnSpc>
                <a:spcPct val="115000"/>
              </a:lnSpc>
              <a:spcBef>
                <a:spcPts val="600"/>
              </a:spcBef>
              <a:spcAft>
                <a:spcPts val="0"/>
              </a:spcAft>
              <a:buClr>
                <a:schemeClr val="dk2"/>
              </a:buClr>
              <a:buSzPts val="1000"/>
              <a:buNone/>
              <a:defRPr sz="1000">
                <a:solidFill>
                  <a:schemeClr val="dk2"/>
                </a:solidFill>
              </a:defRPr>
            </a:lvl3pPr>
            <a:lvl4pPr lvl="3" algn="l">
              <a:lnSpc>
                <a:spcPct val="115000"/>
              </a:lnSpc>
              <a:spcBef>
                <a:spcPts val="600"/>
              </a:spcBef>
              <a:spcAft>
                <a:spcPts val="0"/>
              </a:spcAft>
              <a:buClr>
                <a:schemeClr val="dk2"/>
              </a:buClr>
              <a:buSzPts val="1000"/>
              <a:buNone/>
              <a:defRPr>
                <a:solidFill>
                  <a:schemeClr val="dk2"/>
                </a:solidFill>
              </a:defRPr>
            </a:lvl4pPr>
            <a:lvl5pPr lvl="4" algn="l">
              <a:lnSpc>
                <a:spcPct val="115000"/>
              </a:lnSpc>
              <a:spcBef>
                <a:spcPts val="600"/>
              </a:spcBef>
              <a:spcAft>
                <a:spcPts val="0"/>
              </a:spcAft>
              <a:buClr>
                <a:schemeClr val="dk2"/>
              </a:buClr>
              <a:buSzPts val="1000"/>
              <a:buNone/>
              <a:defRPr>
                <a:solidFill>
                  <a:schemeClr val="dk2"/>
                </a:solidFill>
              </a:defRPr>
            </a:lvl5pPr>
            <a:lvl6pPr lvl="5" algn="l">
              <a:lnSpc>
                <a:spcPct val="115000"/>
              </a:lnSpc>
              <a:spcBef>
                <a:spcPts val="600"/>
              </a:spcBef>
              <a:spcAft>
                <a:spcPts val="0"/>
              </a:spcAft>
              <a:buClr>
                <a:schemeClr val="dk2"/>
              </a:buClr>
              <a:buSzPts val="1000"/>
              <a:buNone/>
              <a:defRPr>
                <a:solidFill>
                  <a:schemeClr val="dk2"/>
                </a:solidFill>
              </a:defRPr>
            </a:lvl6pPr>
            <a:lvl7pPr lvl="6" algn="l">
              <a:lnSpc>
                <a:spcPct val="115000"/>
              </a:lnSpc>
              <a:spcBef>
                <a:spcPts val="600"/>
              </a:spcBef>
              <a:spcAft>
                <a:spcPts val="0"/>
              </a:spcAft>
              <a:buClr>
                <a:schemeClr val="dk2"/>
              </a:buClr>
              <a:buSzPts val="1000"/>
              <a:buNone/>
              <a:defRPr>
                <a:solidFill>
                  <a:schemeClr val="dk2"/>
                </a:solidFill>
              </a:defRPr>
            </a:lvl7pPr>
            <a:lvl8pPr lvl="7" algn="l">
              <a:lnSpc>
                <a:spcPct val="115000"/>
              </a:lnSpc>
              <a:spcBef>
                <a:spcPts val="600"/>
              </a:spcBef>
              <a:spcAft>
                <a:spcPts val="0"/>
              </a:spcAft>
              <a:buClr>
                <a:schemeClr val="dk2"/>
              </a:buClr>
              <a:buSzPts val="1000"/>
              <a:buNone/>
              <a:defRPr>
                <a:solidFill>
                  <a:schemeClr val="dk2"/>
                </a:solidFill>
              </a:defRPr>
            </a:lvl8pPr>
            <a:lvl9pPr lvl="8" algn="l">
              <a:lnSpc>
                <a:spcPct val="115000"/>
              </a:lnSpc>
              <a:spcBef>
                <a:spcPts val="600"/>
              </a:spcBef>
              <a:spcAft>
                <a:spcPts val="600"/>
              </a:spcAft>
              <a:buClr>
                <a:schemeClr val="dk2"/>
              </a:buClr>
              <a:buSzPts val="1000"/>
              <a:buNone/>
              <a:defRPr>
                <a:solidFill>
                  <a:schemeClr val="dk2"/>
                </a:solidFill>
              </a:defRPr>
            </a:lvl9pPr>
          </a:lstStyle>
          <a:p/>
        </p:txBody>
      </p:sp>
      <p:sp>
        <p:nvSpPr>
          <p:cNvPr id="26" name="Google Shape;26;p4"/>
          <p:cNvSpPr txBox="1"/>
          <p:nvPr>
            <p:ph idx="2" type="subTitle"/>
          </p:nvPr>
        </p:nvSpPr>
        <p:spPr>
          <a:xfrm>
            <a:off x="2095325" y="2121419"/>
            <a:ext cx="5342100" cy="1726200"/>
          </a:xfrm>
          <a:prstGeom prst="rect">
            <a:avLst/>
          </a:prstGeom>
          <a:noFill/>
          <a:ln>
            <a:noFill/>
          </a:ln>
        </p:spPr>
        <p:txBody>
          <a:bodyPr anchorCtr="0" anchor="t" bIns="0" lIns="0" spcFirstLastPara="1" rIns="0" wrap="square" tIns="0">
            <a:spAutoFit/>
          </a:bodyPr>
          <a:lstStyle>
            <a:lvl1pPr lvl="0" algn="l">
              <a:lnSpc>
                <a:spcPct val="80000"/>
              </a:lnSpc>
              <a:spcBef>
                <a:spcPts val="0"/>
              </a:spcBef>
              <a:spcAft>
                <a:spcPts val="0"/>
              </a:spcAft>
              <a:buClr>
                <a:schemeClr val="dk2"/>
              </a:buClr>
              <a:buSzPts val="4600"/>
              <a:buFont typeface="Roboto Light"/>
              <a:buNone/>
              <a:defRPr sz="4600">
                <a:solidFill>
                  <a:schemeClr val="dk2"/>
                </a:solidFill>
                <a:latin typeface="Roboto Light"/>
                <a:ea typeface="Roboto Light"/>
                <a:cs typeface="Roboto Light"/>
                <a:sym typeface="Roboto Light"/>
              </a:defRPr>
            </a:lvl1pPr>
            <a:lvl2pPr lvl="1"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2pPr>
            <a:lvl3pPr lvl="2"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3pPr>
            <a:lvl4pPr lvl="3"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4pPr>
            <a:lvl5pPr lvl="4"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5pPr>
            <a:lvl6pPr lvl="5"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6pPr>
            <a:lvl7pPr lvl="6"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7pPr>
            <a:lvl8pPr lvl="7"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8pPr>
            <a:lvl9pPr lvl="8" algn="l">
              <a:lnSpc>
                <a:spcPct val="100000"/>
              </a:lnSpc>
              <a:spcBef>
                <a:spcPts val="600"/>
              </a:spcBef>
              <a:spcAft>
                <a:spcPts val="600"/>
              </a:spcAft>
              <a:buClr>
                <a:schemeClr val="dk2"/>
              </a:buClr>
              <a:buSzPts val="4600"/>
              <a:buFont typeface="Roboto Light"/>
              <a:buNone/>
              <a:defRPr sz="4600">
                <a:solidFill>
                  <a:schemeClr val="dk2"/>
                </a:solidFill>
                <a:latin typeface="Roboto"/>
                <a:ea typeface="Roboto"/>
                <a:cs typeface="Roboto"/>
                <a:sym typeface="Roboto"/>
              </a:defRPr>
            </a:lvl9pPr>
          </a:lstStyle>
          <a:p/>
        </p:txBody>
      </p:sp>
      <p:pic>
        <p:nvPicPr>
          <p:cNvPr id="27" name="Google Shape;27;p4"/>
          <p:cNvPicPr preferRelativeResize="0"/>
          <p:nvPr/>
        </p:nvPicPr>
        <p:blipFill>
          <a:blip r:embed="rId3">
            <a:alphaModFix/>
          </a:blip>
          <a:stretch>
            <a:fillRect/>
          </a:stretch>
        </p:blipFill>
        <p:spPr>
          <a:xfrm>
            <a:off x="303225" y="303225"/>
            <a:ext cx="1387351" cy="209825"/>
          </a:xfrm>
          <a:prstGeom prst="rect">
            <a:avLst/>
          </a:prstGeom>
          <a:noFill/>
          <a:ln>
            <a:noFill/>
          </a:ln>
        </p:spPr>
      </p:pic>
      <p:pic>
        <p:nvPicPr>
          <p:cNvPr id="28" name="Google Shape;28;p4"/>
          <p:cNvPicPr preferRelativeResize="0"/>
          <p:nvPr/>
        </p:nvPicPr>
        <p:blipFill>
          <a:blip r:embed="rId4">
            <a:alphaModFix/>
          </a:blip>
          <a:stretch>
            <a:fillRect/>
          </a:stretch>
        </p:blipFill>
        <p:spPr>
          <a:xfrm>
            <a:off x="7280125" y="392400"/>
            <a:ext cx="1560673" cy="61050"/>
          </a:xfrm>
          <a:prstGeom prst="rect">
            <a:avLst/>
          </a:prstGeom>
          <a:noFill/>
          <a:ln>
            <a:noFill/>
          </a:ln>
        </p:spPr>
      </p:pic>
      <p:sp>
        <p:nvSpPr>
          <p:cNvPr id="29" name="Google Shape;29;p4"/>
          <p:cNvSpPr txBox="1"/>
          <p:nvPr>
            <p:ph idx="12" type="sldNum"/>
          </p:nvPr>
        </p:nvSpPr>
        <p:spPr>
          <a:xfrm>
            <a:off x="8556784" y="4749851"/>
            <a:ext cx="548700" cy="200100"/>
          </a:xfrm>
          <a:prstGeom prst="rect">
            <a:avLst/>
          </a:prstGeom>
        </p:spPr>
        <p:txBody>
          <a:bodyPr anchorCtr="0" anchor="t" bIns="0" lIns="0" spcFirstLastPara="1" rIns="0" wrap="square" tIns="0">
            <a:sp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Black 1 1">
  <p:cSld name="1_Section_Black_1_1">
    <p:bg>
      <p:bgPr>
        <a:solidFill>
          <a:srgbClr val="1B1B1B"/>
        </a:solidFill>
      </p:bgPr>
    </p:bg>
    <p:spTree>
      <p:nvGrpSpPr>
        <p:cNvPr id="30" name="Shape 30"/>
        <p:cNvGrpSpPr/>
        <p:nvPr/>
      </p:nvGrpSpPr>
      <p:grpSpPr>
        <a:xfrm>
          <a:off x="0" y="0"/>
          <a:ext cx="0" cy="0"/>
          <a:chOff x="0" y="0"/>
          <a:chExt cx="0" cy="0"/>
        </a:xfrm>
      </p:grpSpPr>
      <p:pic>
        <p:nvPicPr>
          <p:cNvPr id="31" name="Google Shape;31;p5" title="visualinspection.jpg"/>
          <p:cNvPicPr preferRelativeResize="0"/>
          <p:nvPr/>
        </p:nvPicPr>
        <p:blipFill rotWithShape="1">
          <a:blip r:embed="rId2">
            <a:alphaModFix/>
          </a:blip>
          <a:srcRect b="0" l="0" r="0" t="0"/>
          <a:stretch/>
        </p:blipFill>
        <p:spPr>
          <a:xfrm>
            <a:off x="0" y="-1742"/>
            <a:ext cx="9144000" cy="5143497"/>
          </a:xfrm>
          <a:prstGeom prst="rect">
            <a:avLst/>
          </a:prstGeom>
          <a:noFill/>
          <a:ln>
            <a:noFill/>
          </a:ln>
        </p:spPr>
      </p:pic>
      <p:sp>
        <p:nvSpPr>
          <p:cNvPr id="32" name="Google Shape;32;p5"/>
          <p:cNvSpPr/>
          <p:nvPr/>
        </p:nvSpPr>
        <p:spPr>
          <a:xfrm>
            <a:off x="0" y="-15850"/>
            <a:ext cx="9144000" cy="5171700"/>
          </a:xfrm>
          <a:prstGeom prst="rect">
            <a:avLst/>
          </a:prstGeom>
          <a:solidFill>
            <a:srgbClr val="000000">
              <a:alpha val="6471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5"/>
          <p:cNvSpPr txBox="1"/>
          <p:nvPr/>
        </p:nvSpPr>
        <p:spPr>
          <a:xfrm>
            <a:off x="2096800" y="2001450"/>
            <a:ext cx="4668900" cy="708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t/>
            </a:r>
            <a:endParaRPr b="0" i="0" sz="4600" u="none" cap="none" strike="noStrike">
              <a:solidFill>
                <a:schemeClr val="lt1"/>
              </a:solidFill>
              <a:latin typeface="Roboto"/>
              <a:ea typeface="Roboto"/>
              <a:cs typeface="Roboto"/>
              <a:sym typeface="Roboto"/>
            </a:endParaRPr>
          </a:p>
        </p:txBody>
      </p:sp>
      <p:sp>
        <p:nvSpPr>
          <p:cNvPr id="34" name="Google Shape;34;p5"/>
          <p:cNvSpPr txBox="1"/>
          <p:nvPr>
            <p:ph idx="1" type="subTitle"/>
          </p:nvPr>
        </p:nvSpPr>
        <p:spPr>
          <a:xfrm>
            <a:off x="2095425" y="1726050"/>
            <a:ext cx="5342100" cy="1539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1000"/>
              <a:buNone/>
              <a:defRPr sz="1000">
                <a:solidFill>
                  <a:schemeClr val="dk2"/>
                </a:solidFill>
              </a:defRPr>
            </a:lvl1pPr>
            <a:lvl2pPr lvl="1" algn="l">
              <a:lnSpc>
                <a:spcPct val="115000"/>
              </a:lnSpc>
              <a:spcBef>
                <a:spcPts val="600"/>
              </a:spcBef>
              <a:spcAft>
                <a:spcPts val="0"/>
              </a:spcAft>
              <a:buClr>
                <a:schemeClr val="dk2"/>
              </a:buClr>
              <a:buSzPts val="1000"/>
              <a:buNone/>
              <a:defRPr sz="1000">
                <a:solidFill>
                  <a:schemeClr val="dk2"/>
                </a:solidFill>
              </a:defRPr>
            </a:lvl2pPr>
            <a:lvl3pPr lvl="2" algn="l">
              <a:lnSpc>
                <a:spcPct val="115000"/>
              </a:lnSpc>
              <a:spcBef>
                <a:spcPts val="600"/>
              </a:spcBef>
              <a:spcAft>
                <a:spcPts val="0"/>
              </a:spcAft>
              <a:buClr>
                <a:schemeClr val="dk2"/>
              </a:buClr>
              <a:buSzPts val="1000"/>
              <a:buNone/>
              <a:defRPr sz="1000">
                <a:solidFill>
                  <a:schemeClr val="dk2"/>
                </a:solidFill>
              </a:defRPr>
            </a:lvl3pPr>
            <a:lvl4pPr lvl="3" algn="l">
              <a:lnSpc>
                <a:spcPct val="115000"/>
              </a:lnSpc>
              <a:spcBef>
                <a:spcPts val="600"/>
              </a:spcBef>
              <a:spcAft>
                <a:spcPts val="0"/>
              </a:spcAft>
              <a:buClr>
                <a:schemeClr val="dk2"/>
              </a:buClr>
              <a:buSzPts val="1000"/>
              <a:buNone/>
              <a:defRPr>
                <a:solidFill>
                  <a:schemeClr val="dk2"/>
                </a:solidFill>
              </a:defRPr>
            </a:lvl4pPr>
            <a:lvl5pPr lvl="4" algn="l">
              <a:lnSpc>
                <a:spcPct val="115000"/>
              </a:lnSpc>
              <a:spcBef>
                <a:spcPts val="600"/>
              </a:spcBef>
              <a:spcAft>
                <a:spcPts val="0"/>
              </a:spcAft>
              <a:buClr>
                <a:schemeClr val="dk2"/>
              </a:buClr>
              <a:buSzPts val="1000"/>
              <a:buNone/>
              <a:defRPr>
                <a:solidFill>
                  <a:schemeClr val="dk2"/>
                </a:solidFill>
              </a:defRPr>
            </a:lvl5pPr>
            <a:lvl6pPr lvl="5" algn="l">
              <a:lnSpc>
                <a:spcPct val="115000"/>
              </a:lnSpc>
              <a:spcBef>
                <a:spcPts val="600"/>
              </a:spcBef>
              <a:spcAft>
                <a:spcPts val="0"/>
              </a:spcAft>
              <a:buClr>
                <a:schemeClr val="dk2"/>
              </a:buClr>
              <a:buSzPts val="1000"/>
              <a:buNone/>
              <a:defRPr>
                <a:solidFill>
                  <a:schemeClr val="dk2"/>
                </a:solidFill>
              </a:defRPr>
            </a:lvl6pPr>
            <a:lvl7pPr lvl="6" algn="l">
              <a:lnSpc>
                <a:spcPct val="115000"/>
              </a:lnSpc>
              <a:spcBef>
                <a:spcPts val="600"/>
              </a:spcBef>
              <a:spcAft>
                <a:spcPts val="0"/>
              </a:spcAft>
              <a:buClr>
                <a:schemeClr val="dk2"/>
              </a:buClr>
              <a:buSzPts val="1000"/>
              <a:buNone/>
              <a:defRPr>
                <a:solidFill>
                  <a:schemeClr val="dk2"/>
                </a:solidFill>
              </a:defRPr>
            </a:lvl7pPr>
            <a:lvl8pPr lvl="7" algn="l">
              <a:lnSpc>
                <a:spcPct val="115000"/>
              </a:lnSpc>
              <a:spcBef>
                <a:spcPts val="600"/>
              </a:spcBef>
              <a:spcAft>
                <a:spcPts val="0"/>
              </a:spcAft>
              <a:buClr>
                <a:schemeClr val="dk2"/>
              </a:buClr>
              <a:buSzPts val="1000"/>
              <a:buNone/>
              <a:defRPr>
                <a:solidFill>
                  <a:schemeClr val="dk2"/>
                </a:solidFill>
              </a:defRPr>
            </a:lvl8pPr>
            <a:lvl9pPr lvl="8" algn="l">
              <a:lnSpc>
                <a:spcPct val="115000"/>
              </a:lnSpc>
              <a:spcBef>
                <a:spcPts val="600"/>
              </a:spcBef>
              <a:spcAft>
                <a:spcPts val="600"/>
              </a:spcAft>
              <a:buClr>
                <a:schemeClr val="dk2"/>
              </a:buClr>
              <a:buSzPts val="1000"/>
              <a:buNone/>
              <a:defRPr>
                <a:solidFill>
                  <a:schemeClr val="dk2"/>
                </a:solidFill>
              </a:defRPr>
            </a:lvl9pPr>
          </a:lstStyle>
          <a:p/>
        </p:txBody>
      </p:sp>
      <p:sp>
        <p:nvSpPr>
          <p:cNvPr id="35" name="Google Shape;35;p5"/>
          <p:cNvSpPr txBox="1"/>
          <p:nvPr>
            <p:ph idx="2" type="subTitle"/>
          </p:nvPr>
        </p:nvSpPr>
        <p:spPr>
          <a:xfrm>
            <a:off x="2095325" y="2121419"/>
            <a:ext cx="5342100" cy="1726200"/>
          </a:xfrm>
          <a:prstGeom prst="rect">
            <a:avLst/>
          </a:prstGeom>
          <a:noFill/>
          <a:ln>
            <a:noFill/>
          </a:ln>
        </p:spPr>
        <p:txBody>
          <a:bodyPr anchorCtr="0" anchor="t" bIns="0" lIns="0" spcFirstLastPara="1" rIns="0" wrap="square" tIns="0">
            <a:spAutoFit/>
          </a:bodyPr>
          <a:lstStyle>
            <a:lvl1pPr lvl="0" algn="l">
              <a:lnSpc>
                <a:spcPct val="80000"/>
              </a:lnSpc>
              <a:spcBef>
                <a:spcPts val="0"/>
              </a:spcBef>
              <a:spcAft>
                <a:spcPts val="0"/>
              </a:spcAft>
              <a:buClr>
                <a:schemeClr val="dk2"/>
              </a:buClr>
              <a:buSzPts val="4600"/>
              <a:buFont typeface="Roboto Light"/>
              <a:buNone/>
              <a:defRPr sz="4600">
                <a:solidFill>
                  <a:schemeClr val="dk2"/>
                </a:solidFill>
                <a:latin typeface="Roboto Light"/>
                <a:ea typeface="Roboto Light"/>
                <a:cs typeface="Roboto Light"/>
                <a:sym typeface="Roboto Light"/>
              </a:defRPr>
            </a:lvl1pPr>
            <a:lvl2pPr lvl="1"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2pPr>
            <a:lvl3pPr lvl="2"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3pPr>
            <a:lvl4pPr lvl="3"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4pPr>
            <a:lvl5pPr lvl="4"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5pPr>
            <a:lvl6pPr lvl="5"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6pPr>
            <a:lvl7pPr lvl="6"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7pPr>
            <a:lvl8pPr lvl="7"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8pPr>
            <a:lvl9pPr lvl="8" algn="l">
              <a:lnSpc>
                <a:spcPct val="100000"/>
              </a:lnSpc>
              <a:spcBef>
                <a:spcPts val="600"/>
              </a:spcBef>
              <a:spcAft>
                <a:spcPts val="600"/>
              </a:spcAft>
              <a:buClr>
                <a:schemeClr val="dk2"/>
              </a:buClr>
              <a:buSzPts val="4600"/>
              <a:buFont typeface="Roboto Light"/>
              <a:buNone/>
              <a:defRPr sz="4600">
                <a:solidFill>
                  <a:schemeClr val="dk2"/>
                </a:solidFill>
                <a:latin typeface="Roboto"/>
                <a:ea typeface="Roboto"/>
                <a:cs typeface="Roboto"/>
                <a:sym typeface="Roboto"/>
              </a:defRPr>
            </a:lvl9pPr>
          </a:lstStyle>
          <a:p/>
        </p:txBody>
      </p:sp>
      <p:pic>
        <p:nvPicPr>
          <p:cNvPr id="36" name="Google Shape;36;p5"/>
          <p:cNvPicPr preferRelativeResize="0"/>
          <p:nvPr/>
        </p:nvPicPr>
        <p:blipFill>
          <a:blip r:embed="rId3">
            <a:alphaModFix/>
          </a:blip>
          <a:stretch>
            <a:fillRect/>
          </a:stretch>
        </p:blipFill>
        <p:spPr>
          <a:xfrm>
            <a:off x="303225" y="303225"/>
            <a:ext cx="1387351" cy="209825"/>
          </a:xfrm>
          <a:prstGeom prst="rect">
            <a:avLst/>
          </a:prstGeom>
          <a:noFill/>
          <a:ln>
            <a:noFill/>
          </a:ln>
        </p:spPr>
      </p:pic>
      <p:pic>
        <p:nvPicPr>
          <p:cNvPr id="37" name="Google Shape;37;p5"/>
          <p:cNvPicPr preferRelativeResize="0"/>
          <p:nvPr/>
        </p:nvPicPr>
        <p:blipFill>
          <a:blip r:embed="rId4">
            <a:alphaModFix/>
          </a:blip>
          <a:stretch>
            <a:fillRect/>
          </a:stretch>
        </p:blipFill>
        <p:spPr>
          <a:xfrm>
            <a:off x="7280125" y="392400"/>
            <a:ext cx="1560673" cy="610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Black_With Logo">
  <p:cSld name="SECTION_HEADER_3 copy 1_1_3_1">
    <p:bg>
      <p:bgPr>
        <a:solidFill>
          <a:srgbClr val="1B1B1B"/>
        </a:solidFill>
      </p:bgPr>
    </p:bg>
    <p:spTree>
      <p:nvGrpSpPr>
        <p:cNvPr id="38" name="Shape 38"/>
        <p:cNvGrpSpPr/>
        <p:nvPr/>
      </p:nvGrpSpPr>
      <p:grpSpPr>
        <a:xfrm>
          <a:off x="0" y="0"/>
          <a:ext cx="0" cy="0"/>
          <a:chOff x="0" y="0"/>
          <a:chExt cx="0" cy="0"/>
        </a:xfrm>
      </p:grpSpPr>
      <p:pic>
        <p:nvPicPr>
          <p:cNvPr id="39" name="Google Shape;39;p6"/>
          <p:cNvPicPr preferRelativeResize="0"/>
          <p:nvPr/>
        </p:nvPicPr>
        <p:blipFill>
          <a:blip r:embed="rId2">
            <a:alphaModFix/>
          </a:blip>
          <a:stretch>
            <a:fillRect/>
          </a:stretch>
        </p:blipFill>
        <p:spPr>
          <a:xfrm>
            <a:off x="303225" y="303225"/>
            <a:ext cx="1387351" cy="209825"/>
          </a:xfrm>
          <a:prstGeom prst="rect">
            <a:avLst/>
          </a:prstGeom>
          <a:noFill/>
          <a:ln>
            <a:noFill/>
          </a:ln>
        </p:spPr>
      </p:pic>
      <p:sp>
        <p:nvSpPr>
          <p:cNvPr id="40" name="Google Shape;40;p6"/>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Black_With Logo_With Lines">
  <p:cSld name="SECTION_HEADER_3 copy 1_1_3_1_1">
    <p:bg>
      <p:bgPr>
        <a:solidFill>
          <a:schemeClr val="dk1"/>
        </a:solidFill>
      </p:bgPr>
    </p:bg>
    <p:spTree>
      <p:nvGrpSpPr>
        <p:cNvPr id="41" name="Shape 41"/>
        <p:cNvGrpSpPr/>
        <p:nvPr/>
      </p:nvGrpSpPr>
      <p:grpSpPr>
        <a:xfrm>
          <a:off x="0" y="0"/>
          <a:ext cx="0" cy="0"/>
          <a:chOff x="0" y="0"/>
          <a:chExt cx="0" cy="0"/>
        </a:xfrm>
      </p:grpSpPr>
      <p:cxnSp>
        <p:nvCxnSpPr>
          <p:cNvPr id="42" name="Google Shape;42;p7"/>
          <p:cNvCxnSpPr/>
          <p:nvPr/>
        </p:nvCxnSpPr>
        <p:spPr>
          <a:xfrm>
            <a:off x="2095425" y="15600"/>
            <a:ext cx="0" cy="5127900"/>
          </a:xfrm>
          <a:prstGeom prst="straightConnector1">
            <a:avLst/>
          </a:prstGeom>
          <a:noFill/>
          <a:ln cap="flat" cmpd="sng" w="9525">
            <a:solidFill>
              <a:srgbClr val="2C2C2C"/>
            </a:solidFill>
            <a:prstDash val="solid"/>
            <a:round/>
            <a:headEnd len="sm" w="sm" type="none"/>
            <a:tailEnd len="sm" w="sm" type="none"/>
          </a:ln>
        </p:spPr>
      </p:cxnSp>
      <p:cxnSp>
        <p:nvCxnSpPr>
          <p:cNvPr id="43" name="Google Shape;43;p7"/>
          <p:cNvCxnSpPr/>
          <p:nvPr/>
        </p:nvCxnSpPr>
        <p:spPr>
          <a:xfrm rot="10800000">
            <a:off x="7425" y="2571750"/>
            <a:ext cx="2095800" cy="0"/>
          </a:xfrm>
          <a:prstGeom prst="straightConnector1">
            <a:avLst/>
          </a:prstGeom>
          <a:noFill/>
          <a:ln cap="flat" cmpd="sng" w="9525">
            <a:solidFill>
              <a:srgbClr val="2C2C2C"/>
            </a:solidFill>
            <a:prstDash val="solid"/>
            <a:round/>
            <a:headEnd len="sm" w="sm" type="none"/>
            <a:tailEnd len="sm" w="sm" type="none"/>
          </a:ln>
        </p:spPr>
      </p:cxnSp>
      <p:sp>
        <p:nvSpPr>
          <p:cNvPr id="44" name="Google Shape;44;p7"/>
          <p:cNvSpPr/>
          <p:nvPr/>
        </p:nvSpPr>
        <p:spPr>
          <a:xfrm rot="5400000">
            <a:off x="-1227900" y="-749250"/>
            <a:ext cx="3322500" cy="3326700"/>
          </a:xfrm>
          <a:prstGeom prst="arc">
            <a:avLst>
              <a:gd fmla="val 16200000" name="adj1"/>
              <a:gd fmla="val 21407113" name="adj2"/>
            </a:avLst>
          </a:prstGeom>
          <a:noFill/>
          <a:ln cap="flat" cmpd="sng" w="9525">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 name="Google Shape;45;p7"/>
          <p:cNvPicPr preferRelativeResize="0"/>
          <p:nvPr/>
        </p:nvPicPr>
        <p:blipFill>
          <a:blip r:embed="rId2">
            <a:alphaModFix/>
          </a:blip>
          <a:stretch>
            <a:fillRect/>
          </a:stretch>
        </p:blipFill>
        <p:spPr>
          <a:xfrm>
            <a:off x="303225" y="303225"/>
            <a:ext cx="1387351" cy="209825"/>
          </a:xfrm>
          <a:prstGeom prst="rect">
            <a:avLst/>
          </a:prstGeom>
          <a:noFill/>
          <a:ln>
            <a:noFill/>
          </a:ln>
        </p:spPr>
      </p:pic>
      <p:sp>
        <p:nvSpPr>
          <p:cNvPr id="46" name="Google Shape;46;p7"/>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White_With Logo">
  <p:cSld name="SECTION_HEADER_3 copy 1_2_1_1_1">
    <p:bg>
      <p:bgPr>
        <a:solidFill>
          <a:schemeClr val="dk2"/>
        </a:solidFill>
      </p:bgPr>
    </p:bg>
    <p:spTree>
      <p:nvGrpSpPr>
        <p:cNvPr id="47" name="Shape 47"/>
        <p:cNvGrpSpPr/>
        <p:nvPr/>
      </p:nvGrpSpPr>
      <p:grpSpPr>
        <a:xfrm>
          <a:off x="0" y="0"/>
          <a:ext cx="0" cy="0"/>
          <a:chOff x="0" y="0"/>
          <a:chExt cx="0" cy="0"/>
        </a:xfrm>
      </p:grpSpPr>
      <p:sp>
        <p:nvSpPr>
          <p:cNvPr id="48" name="Google Shape;48;p8"/>
          <p:cNvSpPr/>
          <p:nvPr/>
        </p:nvSpPr>
        <p:spPr>
          <a:xfrm rot="5400000">
            <a:off x="-1227900" y="-749250"/>
            <a:ext cx="3322500" cy="3326700"/>
          </a:xfrm>
          <a:prstGeom prst="arc">
            <a:avLst>
              <a:gd fmla="val 16200000" name="adj1"/>
              <a:gd fmla="val 21407113" name="adj2"/>
            </a:avLst>
          </a:prstGeom>
          <a:noFill/>
          <a:ln cap="flat" cmpd="sng" w="9525">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 name="Google Shape;49;p8"/>
          <p:cNvCxnSpPr/>
          <p:nvPr/>
        </p:nvCxnSpPr>
        <p:spPr>
          <a:xfrm rot="10800000">
            <a:off x="7425" y="2571750"/>
            <a:ext cx="2095800" cy="0"/>
          </a:xfrm>
          <a:prstGeom prst="straightConnector1">
            <a:avLst/>
          </a:prstGeom>
          <a:noFill/>
          <a:ln cap="flat" cmpd="sng" w="9525">
            <a:solidFill>
              <a:srgbClr val="F2F2F2"/>
            </a:solidFill>
            <a:prstDash val="solid"/>
            <a:round/>
            <a:headEnd len="sm" w="sm" type="none"/>
            <a:tailEnd len="sm" w="sm" type="none"/>
          </a:ln>
        </p:spPr>
      </p:cxnSp>
      <p:cxnSp>
        <p:nvCxnSpPr>
          <p:cNvPr id="50" name="Google Shape;50;p8"/>
          <p:cNvCxnSpPr/>
          <p:nvPr/>
        </p:nvCxnSpPr>
        <p:spPr>
          <a:xfrm>
            <a:off x="2095425" y="15600"/>
            <a:ext cx="0" cy="5127900"/>
          </a:xfrm>
          <a:prstGeom prst="straightConnector1">
            <a:avLst/>
          </a:prstGeom>
          <a:noFill/>
          <a:ln cap="flat" cmpd="sng" w="9525">
            <a:solidFill>
              <a:srgbClr val="F2F2F2"/>
            </a:solidFill>
            <a:prstDash val="solid"/>
            <a:round/>
            <a:headEnd len="sm" w="sm" type="none"/>
            <a:tailEnd len="sm" w="sm" type="none"/>
          </a:ln>
        </p:spPr>
      </p:cxnSp>
      <p:pic>
        <p:nvPicPr>
          <p:cNvPr id="51" name="Google Shape;51;p8"/>
          <p:cNvPicPr preferRelativeResize="0"/>
          <p:nvPr/>
        </p:nvPicPr>
        <p:blipFill>
          <a:blip r:embed="rId2">
            <a:alphaModFix/>
          </a:blip>
          <a:stretch>
            <a:fillRect/>
          </a:stretch>
        </p:blipFill>
        <p:spPr>
          <a:xfrm>
            <a:off x="303225" y="303225"/>
            <a:ext cx="1387351" cy="209825"/>
          </a:xfrm>
          <a:prstGeom prst="rect">
            <a:avLst/>
          </a:prstGeom>
          <a:noFill/>
          <a:ln>
            <a:noFill/>
          </a:ln>
        </p:spPr>
      </p:pic>
      <p:sp>
        <p:nvSpPr>
          <p:cNvPr id="52" name="Google Shape;52;p8"/>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Black">
  <p:cSld name="1_Section_Black 2">
    <p:bg>
      <p:bgPr>
        <a:solidFill>
          <a:schemeClr val="dk2"/>
        </a:solidFill>
      </p:bgPr>
    </p:bg>
    <p:spTree>
      <p:nvGrpSpPr>
        <p:cNvPr id="53" name="Shape 53"/>
        <p:cNvGrpSpPr/>
        <p:nvPr/>
      </p:nvGrpSpPr>
      <p:grpSpPr>
        <a:xfrm>
          <a:off x="0" y="0"/>
          <a:ext cx="0" cy="0"/>
          <a:chOff x="0" y="0"/>
          <a:chExt cx="0" cy="0"/>
        </a:xfrm>
      </p:grpSpPr>
      <p:sp>
        <p:nvSpPr>
          <p:cNvPr id="54" name="Google Shape;54;p9"/>
          <p:cNvSpPr txBox="1"/>
          <p:nvPr/>
        </p:nvSpPr>
        <p:spPr>
          <a:xfrm>
            <a:off x="2096800" y="2001450"/>
            <a:ext cx="4668900" cy="708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t/>
            </a:r>
            <a:endParaRPr b="0" i="0" sz="4600" u="none" cap="none" strike="noStrike">
              <a:solidFill>
                <a:schemeClr val="lt1"/>
              </a:solidFill>
              <a:latin typeface="Roboto"/>
              <a:ea typeface="Roboto"/>
              <a:cs typeface="Roboto"/>
              <a:sym typeface="Roboto"/>
            </a:endParaRPr>
          </a:p>
        </p:txBody>
      </p:sp>
      <p:sp>
        <p:nvSpPr>
          <p:cNvPr id="55" name="Google Shape;55;p9"/>
          <p:cNvSpPr txBox="1"/>
          <p:nvPr>
            <p:ph idx="1" type="subTitle"/>
          </p:nvPr>
        </p:nvSpPr>
        <p:spPr>
          <a:xfrm>
            <a:off x="2095425" y="1726050"/>
            <a:ext cx="5342100" cy="1770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1000"/>
              <a:buNone/>
              <a:defRPr sz="1000">
                <a:solidFill>
                  <a:schemeClr val="dk1"/>
                </a:solidFill>
              </a:defRPr>
            </a:lvl1pPr>
            <a:lvl2pPr lvl="1" algn="l">
              <a:lnSpc>
                <a:spcPct val="115000"/>
              </a:lnSpc>
              <a:spcBef>
                <a:spcPts val="600"/>
              </a:spcBef>
              <a:spcAft>
                <a:spcPts val="0"/>
              </a:spcAft>
              <a:buClr>
                <a:schemeClr val="dk2"/>
              </a:buClr>
              <a:buSzPts val="1000"/>
              <a:buNone/>
              <a:defRPr sz="1000">
                <a:solidFill>
                  <a:schemeClr val="dk2"/>
                </a:solidFill>
              </a:defRPr>
            </a:lvl2pPr>
            <a:lvl3pPr lvl="2" algn="l">
              <a:lnSpc>
                <a:spcPct val="115000"/>
              </a:lnSpc>
              <a:spcBef>
                <a:spcPts val="600"/>
              </a:spcBef>
              <a:spcAft>
                <a:spcPts val="0"/>
              </a:spcAft>
              <a:buClr>
                <a:schemeClr val="dk2"/>
              </a:buClr>
              <a:buSzPts val="1000"/>
              <a:buNone/>
              <a:defRPr sz="1000">
                <a:solidFill>
                  <a:schemeClr val="dk2"/>
                </a:solidFill>
              </a:defRPr>
            </a:lvl3pPr>
            <a:lvl4pPr lvl="3" algn="l">
              <a:lnSpc>
                <a:spcPct val="115000"/>
              </a:lnSpc>
              <a:spcBef>
                <a:spcPts val="600"/>
              </a:spcBef>
              <a:spcAft>
                <a:spcPts val="0"/>
              </a:spcAft>
              <a:buClr>
                <a:schemeClr val="dk2"/>
              </a:buClr>
              <a:buSzPts val="1000"/>
              <a:buNone/>
              <a:defRPr>
                <a:solidFill>
                  <a:schemeClr val="dk2"/>
                </a:solidFill>
              </a:defRPr>
            </a:lvl4pPr>
            <a:lvl5pPr lvl="4" algn="l">
              <a:lnSpc>
                <a:spcPct val="115000"/>
              </a:lnSpc>
              <a:spcBef>
                <a:spcPts val="600"/>
              </a:spcBef>
              <a:spcAft>
                <a:spcPts val="0"/>
              </a:spcAft>
              <a:buClr>
                <a:schemeClr val="dk2"/>
              </a:buClr>
              <a:buSzPts val="1000"/>
              <a:buNone/>
              <a:defRPr>
                <a:solidFill>
                  <a:schemeClr val="dk2"/>
                </a:solidFill>
              </a:defRPr>
            </a:lvl5pPr>
            <a:lvl6pPr lvl="5" algn="l">
              <a:lnSpc>
                <a:spcPct val="115000"/>
              </a:lnSpc>
              <a:spcBef>
                <a:spcPts val="600"/>
              </a:spcBef>
              <a:spcAft>
                <a:spcPts val="0"/>
              </a:spcAft>
              <a:buClr>
                <a:schemeClr val="dk2"/>
              </a:buClr>
              <a:buSzPts val="1000"/>
              <a:buNone/>
              <a:defRPr>
                <a:solidFill>
                  <a:schemeClr val="dk2"/>
                </a:solidFill>
              </a:defRPr>
            </a:lvl6pPr>
            <a:lvl7pPr lvl="6" algn="l">
              <a:lnSpc>
                <a:spcPct val="115000"/>
              </a:lnSpc>
              <a:spcBef>
                <a:spcPts val="600"/>
              </a:spcBef>
              <a:spcAft>
                <a:spcPts val="0"/>
              </a:spcAft>
              <a:buClr>
                <a:schemeClr val="dk2"/>
              </a:buClr>
              <a:buSzPts val="1000"/>
              <a:buNone/>
              <a:defRPr>
                <a:solidFill>
                  <a:schemeClr val="dk2"/>
                </a:solidFill>
              </a:defRPr>
            </a:lvl7pPr>
            <a:lvl8pPr lvl="7" algn="l">
              <a:lnSpc>
                <a:spcPct val="115000"/>
              </a:lnSpc>
              <a:spcBef>
                <a:spcPts val="600"/>
              </a:spcBef>
              <a:spcAft>
                <a:spcPts val="0"/>
              </a:spcAft>
              <a:buClr>
                <a:schemeClr val="dk2"/>
              </a:buClr>
              <a:buSzPts val="1000"/>
              <a:buNone/>
              <a:defRPr>
                <a:solidFill>
                  <a:schemeClr val="dk2"/>
                </a:solidFill>
              </a:defRPr>
            </a:lvl8pPr>
            <a:lvl9pPr lvl="8" algn="l">
              <a:lnSpc>
                <a:spcPct val="115000"/>
              </a:lnSpc>
              <a:spcBef>
                <a:spcPts val="600"/>
              </a:spcBef>
              <a:spcAft>
                <a:spcPts val="600"/>
              </a:spcAft>
              <a:buClr>
                <a:schemeClr val="dk2"/>
              </a:buClr>
              <a:buSzPts val="1000"/>
              <a:buNone/>
              <a:defRPr>
                <a:solidFill>
                  <a:schemeClr val="dk2"/>
                </a:solidFill>
              </a:defRPr>
            </a:lvl9pPr>
          </a:lstStyle>
          <a:p/>
        </p:txBody>
      </p:sp>
      <p:sp>
        <p:nvSpPr>
          <p:cNvPr id="56" name="Google Shape;56;p9"/>
          <p:cNvSpPr txBox="1"/>
          <p:nvPr>
            <p:ph idx="2" type="subTitle"/>
          </p:nvPr>
        </p:nvSpPr>
        <p:spPr>
          <a:xfrm>
            <a:off x="2095325" y="2121419"/>
            <a:ext cx="5342100" cy="566400"/>
          </a:xfrm>
          <a:prstGeom prst="rect">
            <a:avLst/>
          </a:prstGeom>
          <a:noFill/>
          <a:ln>
            <a:noFill/>
          </a:ln>
        </p:spPr>
        <p:txBody>
          <a:bodyPr anchorCtr="0" anchor="t" bIns="0" lIns="0" spcFirstLastPara="1" rIns="0" wrap="square" tIns="0">
            <a:spAutoFit/>
          </a:bodyPr>
          <a:lstStyle>
            <a:lvl1pPr lvl="0" algn="l">
              <a:lnSpc>
                <a:spcPct val="80000"/>
              </a:lnSpc>
              <a:spcBef>
                <a:spcPts val="0"/>
              </a:spcBef>
              <a:spcAft>
                <a:spcPts val="0"/>
              </a:spcAft>
              <a:buClr>
                <a:schemeClr val="dk2"/>
              </a:buClr>
              <a:buSzPts val="4600"/>
              <a:buFont typeface="Roboto Light"/>
              <a:buNone/>
              <a:defRPr sz="4600">
                <a:solidFill>
                  <a:schemeClr val="dk1"/>
                </a:solidFill>
                <a:latin typeface="Roboto Light"/>
                <a:ea typeface="Roboto Light"/>
                <a:cs typeface="Roboto Light"/>
                <a:sym typeface="Roboto Light"/>
              </a:defRPr>
            </a:lvl1pPr>
            <a:lvl2pPr lvl="1"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2pPr>
            <a:lvl3pPr lvl="2"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3pPr>
            <a:lvl4pPr lvl="3"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4pPr>
            <a:lvl5pPr lvl="4"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5pPr>
            <a:lvl6pPr lvl="5"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6pPr>
            <a:lvl7pPr lvl="6"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7pPr>
            <a:lvl8pPr lvl="7"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8pPr>
            <a:lvl9pPr lvl="8" algn="l">
              <a:lnSpc>
                <a:spcPct val="100000"/>
              </a:lnSpc>
              <a:spcBef>
                <a:spcPts val="600"/>
              </a:spcBef>
              <a:spcAft>
                <a:spcPts val="600"/>
              </a:spcAft>
              <a:buClr>
                <a:schemeClr val="dk2"/>
              </a:buClr>
              <a:buSzPts val="4600"/>
              <a:buFont typeface="Roboto Light"/>
              <a:buNone/>
              <a:defRPr sz="4600">
                <a:solidFill>
                  <a:schemeClr val="dk2"/>
                </a:solidFill>
                <a:latin typeface="Roboto"/>
                <a:ea typeface="Roboto"/>
                <a:cs typeface="Roboto"/>
                <a:sym typeface="Roboto"/>
              </a:defRPr>
            </a:lvl9pPr>
          </a:lstStyle>
          <a:p/>
        </p:txBody>
      </p:sp>
      <p:sp>
        <p:nvSpPr>
          <p:cNvPr id="57" name="Google Shape;57;p9"/>
          <p:cNvSpPr/>
          <p:nvPr/>
        </p:nvSpPr>
        <p:spPr>
          <a:xfrm rot="5400000">
            <a:off x="-1227900" y="-749250"/>
            <a:ext cx="3322500" cy="3326700"/>
          </a:xfrm>
          <a:prstGeom prst="arc">
            <a:avLst>
              <a:gd fmla="val 16200000" name="adj1"/>
              <a:gd fmla="val 21407113" name="adj2"/>
            </a:avLst>
          </a:prstGeom>
          <a:noFill/>
          <a:ln cap="flat" cmpd="sng" w="9525">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8" name="Google Shape;58;p9"/>
          <p:cNvCxnSpPr/>
          <p:nvPr/>
        </p:nvCxnSpPr>
        <p:spPr>
          <a:xfrm rot="10800000">
            <a:off x="7425" y="2571750"/>
            <a:ext cx="2095800" cy="0"/>
          </a:xfrm>
          <a:prstGeom prst="straightConnector1">
            <a:avLst/>
          </a:prstGeom>
          <a:noFill/>
          <a:ln cap="flat" cmpd="sng" w="9525">
            <a:solidFill>
              <a:srgbClr val="F2F2F2"/>
            </a:solidFill>
            <a:prstDash val="solid"/>
            <a:round/>
            <a:headEnd len="sm" w="sm" type="none"/>
            <a:tailEnd len="sm" w="sm" type="none"/>
          </a:ln>
        </p:spPr>
      </p:cxnSp>
      <p:cxnSp>
        <p:nvCxnSpPr>
          <p:cNvPr id="59" name="Google Shape;59;p9"/>
          <p:cNvCxnSpPr/>
          <p:nvPr/>
        </p:nvCxnSpPr>
        <p:spPr>
          <a:xfrm>
            <a:off x="2095425" y="15600"/>
            <a:ext cx="0" cy="5127900"/>
          </a:xfrm>
          <a:prstGeom prst="straightConnector1">
            <a:avLst/>
          </a:prstGeom>
          <a:noFill/>
          <a:ln cap="flat" cmpd="sng" w="9525">
            <a:solidFill>
              <a:srgbClr val="F2F2F2"/>
            </a:solidFill>
            <a:prstDash val="solid"/>
            <a:round/>
            <a:headEnd len="sm" w="sm" type="none"/>
            <a:tailEnd len="sm" w="sm" type="none"/>
          </a:ln>
        </p:spPr>
      </p:cxnSp>
      <p:pic>
        <p:nvPicPr>
          <p:cNvPr id="60" name="Google Shape;60;p9"/>
          <p:cNvPicPr preferRelativeResize="0"/>
          <p:nvPr/>
        </p:nvPicPr>
        <p:blipFill>
          <a:blip r:embed="rId2">
            <a:alphaModFix/>
          </a:blip>
          <a:stretch>
            <a:fillRect/>
          </a:stretch>
        </p:blipFill>
        <p:spPr>
          <a:xfrm>
            <a:off x="303225" y="303225"/>
            <a:ext cx="1387351" cy="2098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Black 2">
  <p:cSld name="1_Section_Black 2_1">
    <p:bg>
      <p:bgPr>
        <a:solidFill>
          <a:schemeClr val="dk2"/>
        </a:solidFill>
      </p:bgPr>
    </p:bg>
    <p:spTree>
      <p:nvGrpSpPr>
        <p:cNvPr id="61" name="Shape 61"/>
        <p:cNvGrpSpPr/>
        <p:nvPr/>
      </p:nvGrpSpPr>
      <p:grpSpPr>
        <a:xfrm>
          <a:off x="0" y="0"/>
          <a:ext cx="0" cy="0"/>
          <a:chOff x="0" y="0"/>
          <a:chExt cx="0" cy="0"/>
        </a:xfrm>
      </p:grpSpPr>
      <p:sp>
        <p:nvSpPr>
          <p:cNvPr id="62" name="Google Shape;62;p10"/>
          <p:cNvSpPr txBox="1"/>
          <p:nvPr/>
        </p:nvSpPr>
        <p:spPr>
          <a:xfrm>
            <a:off x="2096800" y="2001450"/>
            <a:ext cx="4668900" cy="708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t/>
            </a:r>
            <a:endParaRPr b="0" i="0" sz="4600" u="none" cap="none" strike="noStrike">
              <a:solidFill>
                <a:schemeClr val="lt1"/>
              </a:solidFill>
              <a:latin typeface="Roboto"/>
              <a:ea typeface="Roboto"/>
              <a:cs typeface="Roboto"/>
              <a:sym typeface="Roboto"/>
            </a:endParaRPr>
          </a:p>
        </p:txBody>
      </p:sp>
      <p:sp>
        <p:nvSpPr>
          <p:cNvPr id="63" name="Google Shape;63;p10"/>
          <p:cNvSpPr txBox="1"/>
          <p:nvPr>
            <p:ph idx="1" type="subTitle"/>
          </p:nvPr>
        </p:nvSpPr>
        <p:spPr>
          <a:xfrm>
            <a:off x="2095425" y="1726050"/>
            <a:ext cx="5342100" cy="1770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1000"/>
              <a:buNone/>
              <a:defRPr sz="1000">
                <a:solidFill>
                  <a:schemeClr val="dk1"/>
                </a:solidFill>
              </a:defRPr>
            </a:lvl1pPr>
            <a:lvl2pPr lvl="1" algn="l">
              <a:lnSpc>
                <a:spcPct val="115000"/>
              </a:lnSpc>
              <a:spcBef>
                <a:spcPts val="600"/>
              </a:spcBef>
              <a:spcAft>
                <a:spcPts val="0"/>
              </a:spcAft>
              <a:buClr>
                <a:schemeClr val="dk2"/>
              </a:buClr>
              <a:buSzPts val="1000"/>
              <a:buNone/>
              <a:defRPr sz="1000">
                <a:solidFill>
                  <a:schemeClr val="dk2"/>
                </a:solidFill>
              </a:defRPr>
            </a:lvl2pPr>
            <a:lvl3pPr lvl="2" algn="l">
              <a:lnSpc>
                <a:spcPct val="115000"/>
              </a:lnSpc>
              <a:spcBef>
                <a:spcPts val="600"/>
              </a:spcBef>
              <a:spcAft>
                <a:spcPts val="0"/>
              </a:spcAft>
              <a:buClr>
                <a:schemeClr val="dk2"/>
              </a:buClr>
              <a:buSzPts val="1000"/>
              <a:buNone/>
              <a:defRPr sz="1000">
                <a:solidFill>
                  <a:schemeClr val="dk2"/>
                </a:solidFill>
              </a:defRPr>
            </a:lvl3pPr>
            <a:lvl4pPr lvl="3" algn="l">
              <a:lnSpc>
                <a:spcPct val="115000"/>
              </a:lnSpc>
              <a:spcBef>
                <a:spcPts val="600"/>
              </a:spcBef>
              <a:spcAft>
                <a:spcPts val="0"/>
              </a:spcAft>
              <a:buClr>
                <a:schemeClr val="dk2"/>
              </a:buClr>
              <a:buSzPts val="1000"/>
              <a:buNone/>
              <a:defRPr>
                <a:solidFill>
                  <a:schemeClr val="dk2"/>
                </a:solidFill>
              </a:defRPr>
            </a:lvl4pPr>
            <a:lvl5pPr lvl="4" algn="l">
              <a:lnSpc>
                <a:spcPct val="115000"/>
              </a:lnSpc>
              <a:spcBef>
                <a:spcPts val="600"/>
              </a:spcBef>
              <a:spcAft>
                <a:spcPts val="0"/>
              </a:spcAft>
              <a:buClr>
                <a:schemeClr val="dk2"/>
              </a:buClr>
              <a:buSzPts val="1000"/>
              <a:buNone/>
              <a:defRPr>
                <a:solidFill>
                  <a:schemeClr val="dk2"/>
                </a:solidFill>
              </a:defRPr>
            </a:lvl5pPr>
            <a:lvl6pPr lvl="5" algn="l">
              <a:lnSpc>
                <a:spcPct val="115000"/>
              </a:lnSpc>
              <a:spcBef>
                <a:spcPts val="600"/>
              </a:spcBef>
              <a:spcAft>
                <a:spcPts val="0"/>
              </a:spcAft>
              <a:buClr>
                <a:schemeClr val="dk2"/>
              </a:buClr>
              <a:buSzPts val="1000"/>
              <a:buNone/>
              <a:defRPr>
                <a:solidFill>
                  <a:schemeClr val="dk2"/>
                </a:solidFill>
              </a:defRPr>
            </a:lvl6pPr>
            <a:lvl7pPr lvl="6" algn="l">
              <a:lnSpc>
                <a:spcPct val="115000"/>
              </a:lnSpc>
              <a:spcBef>
                <a:spcPts val="600"/>
              </a:spcBef>
              <a:spcAft>
                <a:spcPts val="0"/>
              </a:spcAft>
              <a:buClr>
                <a:schemeClr val="dk2"/>
              </a:buClr>
              <a:buSzPts val="1000"/>
              <a:buNone/>
              <a:defRPr>
                <a:solidFill>
                  <a:schemeClr val="dk2"/>
                </a:solidFill>
              </a:defRPr>
            </a:lvl7pPr>
            <a:lvl8pPr lvl="7" algn="l">
              <a:lnSpc>
                <a:spcPct val="115000"/>
              </a:lnSpc>
              <a:spcBef>
                <a:spcPts val="600"/>
              </a:spcBef>
              <a:spcAft>
                <a:spcPts val="0"/>
              </a:spcAft>
              <a:buClr>
                <a:schemeClr val="dk2"/>
              </a:buClr>
              <a:buSzPts val="1000"/>
              <a:buNone/>
              <a:defRPr>
                <a:solidFill>
                  <a:schemeClr val="dk2"/>
                </a:solidFill>
              </a:defRPr>
            </a:lvl8pPr>
            <a:lvl9pPr lvl="8" algn="l">
              <a:lnSpc>
                <a:spcPct val="115000"/>
              </a:lnSpc>
              <a:spcBef>
                <a:spcPts val="600"/>
              </a:spcBef>
              <a:spcAft>
                <a:spcPts val="600"/>
              </a:spcAft>
              <a:buClr>
                <a:schemeClr val="dk2"/>
              </a:buClr>
              <a:buSzPts val="1000"/>
              <a:buNone/>
              <a:defRPr>
                <a:solidFill>
                  <a:schemeClr val="dk2"/>
                </a:solidFill>
              </a:defRPr>
            </a:lvl9pPr>
          </a:lstStyle>
          <a:p/>
        </p:txBody>
      </p:sp>
      <p:sp>
        <p:nvSpPr>
          <p:cNvPr id="64" name="Google Shape;64;p10"/>
          <p:cNvSpPr txBox="1"/>
          <p:nvPr>
            <p:ph idx="2" type="subTitle"/>
          </p:nvPr>
        </p:nvSpPr>
        <p:spPr>
          <a:xfrm>
            <a:off x="2095325" y="2121419"/>
            <a:ext cx="5342100" cy="566400"/>
          </a:xfrm>
          <a:prstGeom prst="rect">
            <a:avLst/>
          </a:prstGeom>
          <a:noFill/>
          <a:ln>
            <a:noFill/>
          </a:ln>
        </p:spPr>
        <p:txBody>
          <a:bodyPr anchorCtr="0" anchor="t" bIns="0" lIns="0" spcFirstLastPara="1" rIns="0" wrap="square" tIns="0">
            <a:spAutoFit/>
          </a:bodyPr>
          <a:lstStyle>
            <a:lvl1pPr lvl="0" algn="l">
              <a:lnSpc>
                <a:spcPct val="80000"/>
              </a:lnSpc>
              <a:spcBef>
                <a:spcPts val="0"/>
              </a:spcBef>
              <a:spcAft>
                <a:spcPts val="0"/>
              </a:spcAft>
              <a:buClr>
                <a:schemeClr val="dk2"/>
              </a:buClr>
              <a:buSzPts val="4600"/>
              <a:buFont typeface="Roboto Light"/>
              <a:buNone/>
              <a:defRPr sz="4600">
                <a:solidFill>
                  <a:schemeClr val="dk1"/>
                </a:solidFill>
                <a:latin typeface="Roboto Light"/>
                <a:ea typeface="Roboto Light"/>
                <a:cs typeface="Roboto Light"/>
                <a:sym typeface="Roboto Light"/>
              </a:defRPr>
            </a:lvl1pPr>
            <a:lvl2pPr lvl="1"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2pPr>
            <a:lvl3pPr lvl="2"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3pPr>
            <a:lvl4pPr lvl="3"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4pPr>
            <a:lvl5pPr lvl="4"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5pPr>
            <a:lvl6pPr lvl="5"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6pPr>
            <a:lvl7pPr lvl="6"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7pPr>
            <a:lvl8pPr lvl="7"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8pPr>
            <a:lvl9pPr lvl="8" algn="l">
              <a:lnSpc>
                <a:spcPct val="100000"/>
              </a:lnSpc>
              <a:spcBef>
                <a:spcPts val="600"/>
              </a:spcBef>
              <a:spcAft>
                <a:spcPts val="600"/>
              </a:spcAft>
              <a:buClr>
                <a:schemeClr val="dk2"/>
              </a:buClr>
              <a:buSzPts val="4600"/>
              <a:buFont typeface="Roboto Light"/>
              <a:buNone/>
              <a:defRPr sz="4600">
                <a:solidFill>
                  <a:schemeClr val="dk2"/>
                </a:solidFill>
                <a:latin typeface="Roboto"/>
                <a:ea typeface="Roboto"/>
                <a:cs typeface="Roboto"/>
                <a:sym typeface="Roboto"/>
              </a:defRPr>
            </a:lvl9pPr>
          </a:lstStyle>
          <a:p/>
        </p:txBody>
      </p:sp>
      <p:sp>
        <p:nvSpPr>
          <p:cNvPr id="65" name="Google Shape;65;p10"/>
          <p:cNvSpPr/>
          <p:nvPr/>
        </p:nvSpPr>
        <p:spPr>
          <a:xfrm rot="5400000">
            <a:off x="-1227900" y="-749250"/>
            <a:ext cx="3322500" cy="3326700"/>
          </a:xfrm>
          <a:prstGeom prst="arc">
            <a:avLst>
              <a:gd fmla="val 16200000" name="adj1"/>
              <a:gd fmla="val 21407113" name="adj2"/>
            </a:avLst>
          </a:prstGeom>
          <a:noFill/>
          <a:ln cap="flat" cmpd="sng" w="9525">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6" name="Google Shape;66;p10"/>
          <p:cNvCxnSpPr/>
          <p:nvPr/>
        </p:nvCxnSpPr>
        <p:spPr>
          <a:xfrm rot="10800000">
            <a:off x="7425" y="2571750"/>
            <a:ext cx="2095800" cy="0"/>
          </a:xfrm>
          <a:prstGeom prst="straightConnector1">
            <a:avLst/>
          </a:prstGeom>
          <a:noFill/>
          <a:ln cap="flat" cmpd="sng" w="9525">
            <a:solidFill>
              <a:srgbClr val="F2F2F2"/>
            </a:solidFill>
            <a:prstDash val="solid"/>
            <a:round/>
            <a:headEnd len="sm" w="sm" type="none"/>
            <a:tailEnd len="sm" w="sm" type="none"/>
          </a:ln>
        </p:spPr>
      </p:cxnSp>
      <p:cxnSp>
        <p:nvCxnSpPr>
          <p:cNvPr id="67" name="Google Shape;67;p10"/>
          <p:cNvCxnSpPr/>
          <p:nvPr/>
        </p:nvCxnSpPr>
        <p:spPr>
          <a:xfrm>
            <a:off x="2095425" y="15600"/>
            <a:ext cx="0" cy="5127900"/>
          </a:xfrm>
          <a:prstGeom prst="straightConnector1">
            <a:avLst/>
          </a:prstGeom>
          <a:noFill/>
          <a:ln cap="flat" cmpd="sng" w="9525">
            <a:solidFill>
              <a:srgbClr val="F2F2F2"/>
            </a:solidFill>
            <a:prstDash val="solid"/>
            <a:round/>
            <a:headEnd len="sm" w="sm" type="none"/>
            <a:tailEnd len="sm" w="sm" type="none"/>
          </a:ln>
        </p:spPr>
      </p:cxnSp>
      <p:pic>
        <p:nvPicPr>
          <p:cNvPr id="68" name="Google Shape;68;p10"/>
          <p:cNvPicPr preferRelativeResize="0"/>
          <p:nvPr/>
        </p:nvPicPr>
        <p:blipFill>
          <a:blip r:embed="rId2">
            <a:alphaModFix/>
          </a:blip>
          <a:stretch>
            <a:fillRect/>
          </a:stretch>
        </p:blipFill>
        <p:spPr>
          <a:xfrm>
            <a:off x="303225" y="303225"/>
            <a:ext cx="1387351" cy="209825"/>
          </a:xfrm>
          <a:prstGeom prst="rect">
            <a:avLst/>
          </a:prstGeom>
          <a:noFill/>
          <a:ln>
            <a:noFill/>
          </a:ln>
        </p:spPr>
      </p:pic>
      <p:pic>
        <p:nvPicPr>
          <p:cNvPr id="69" name="Google Shape;69;p10"/>
          <p:cNvPicPr preferRelativeResize="0"/>
          <p:nvPr/>
        </p:nvPicPr>
        <p:blipFill>
          <a:blip r:embed="rId3">
            <a:alphaModFix/>
          </a:blip>
          <a:stretch>
            <a:fillRect/>
          </a:stretch>
        </p:blipFill>
        <p:spPr>
          <a:xfrm>
            <a:off x="7280125" y="392400"/>
            <a:ext cx="1560673" cy="610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Black">
  <p:cSld name="1_Section_Black 3">
    <p:bg>
      <p:bgPr>
        <a:solidFill>
          <a:schemeClr val="dk2"/>
        </a:solidFill>
      </p:bgPr>
    </p:bg>
    <p:spTree>
      <p:nvGrpSpPr>
        <p:cNvPr id="70" name="Shape 70"/>
        <p:cNvGrpSpPr/>
        <p:nvPr/>
      </p:nvGrpSpPr>
      <p:grpSpPr>
        <a:xfrm>
          <a:off x="0" y="0"/>
          <a:ext cx="0" cy="0"/>
          <a:chOff x="0" y="0"/>
          <a:chExt cx="0" cy="0"/>
        </a:xfrm>
      </p:grpSpPr>
      <p:sp>
        <p:nvSpPr>
          <p:cNvPr id="71" name="Google Shape;71;p11"/>
          <p:cNvSpPr txBox="1"/>
          <p:nvPr/>
        </p:nvSpPr>
        <p:spPr>
          <a:xfrm>
            <a:off x="2096800" y="2001450"/>
            <a:ext cx="4668900" cy="708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t/>
            </a:r>
            <a:endParaRPr b="0" i="0" sz="4600" u="none" cap="none" strike="noStrike">
              <a:solidFill>
                <a:schemeClr val="lt1"/>
              </a:solidFill>
              <a:latin typeface="Roboto"/>
              <a:ea typeface="Roboto"/>
              <a:cs typeface="Roboto"/>
              <a:sym typeface="Roboto"/>
            </a:endParaRPr>
          </a:p>
        </p:txBody>
      </p:sp>
      <p:pic>
        <p:nvPicPr>
          <p:cNvPr id="72" name="Google Shape;72;p11"/>
          <p:cNvPicPr preferRelativeResize="0"/>
          <p:nvPr/>
        </p:nvPicPr>
        <p:blipFill rotWithShape="1">
          <a:blip r:embed="rId2">
            <a:alphaModFix amt="50000"/>
          </a:blip>
          <a:srcRect b="0" l="0" r="0" t="0"/>
          <a:stretch/>
        </p:blipFill>
        <p:spPr>
          <a:xfrm>
            <a:off x="0" y="0"/>
            <a:ext cx="9144000" cy="5143501"/>
          </a:xfrm>
          <a:prstGeom prst="rect">
            <a:avLst/>
          </a:prstGeom>
          <a:noFill/>
          <a:ln>
            <a:noFill/>
          </a:ln>
        </p:spPr>
      </p:pic>
      <p:pic>
        <p:nvPicPr>
          <p:cNvPr id="73" name="Google Shape;73;p11"/>
          <p:cNvPicPr preferRelativeResize="0"/>
          <p:nvPr/>
        </p:nvPicPr>
        <p:blipFill>
          <a:blip r:embed="rId3">
            <a:alphaModFix/>
          </a:blip>
          <a:stretch>
            <a:fillRect/>
          </a:stretch>
        </p:blipFill>
        <p:spPr>
          <a:xfrm>
            <a:off x="303225" y="303225"/>
            <a:ext cx="1387351" cy="209825"/>
          </a:xfrm>
          <a:prstGeom prst="rect">
            <a:avLst/>
          </a:prstGeom>
          <a:noFill/>
          <a:ln>
            <a:noFill/>
          </a:ln>
        </p:spPr>
      </p:pic>
      <p:sp>
        <p:nvSpPr>
          <p:cNvPr id="74" name="Google Shape;74;p11"/>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Black">
  <p:cSld name="SECTION_HEADER_3 copy 1_1_3">
    <p:bg>
      <p:bgPr>
        <a:solidFill>
          <a:srgbClr val="1B1B1B"/>
        </a:solidFill>
      </p:bgPr>
    </p:bg>
    <p:spTree>
      <p:nvGrpSpPr>
        <p:cNvPr id="75" name="Shape 75"/>
        <p:cNvGrpSpPr/>
        <p:nvPr/>
      </p:nvGrpSpPr>
      <p:grpSpPr>
        <a:xfrm>
          <a:off x="0" y="0"/>
          <a:ext cx="0" cy="0"/>
          <a:chOff x="0" y="0"/>
          <a:chExt cx="0" cy="0"/>
        </a:xfrm>
      </p:grpSpPr>
      <p:pic>
        <p:nvPicPr>
          <p:cNvPr descr="A black background with many squares&#10;&#10;Description automatically generated" id="76" name="Google Shape;76;p12"/>
          <p:cNvPicPr preferRelativeResize="0"/>
          <p:nvPr/>
        </p:nvPicPr>
        <p:blipFill rotWithShape="1">
          <a:blip r:embed="rId2">
            <a:alphaModFix amt="50000"/>
          </a:blip>
          <a:srcRect b="0" l="0" r="0" t="0"/>
          <a:stretch/>
        </p:blipFill>
        <p:spPr>
          <a:xfrm>
            <a:off x="0" y="-1"/>
            <a:ext cx="9144004" cy="5143501"/>
          </a:xfrm>
          <a:prstGeom prst="rect">
            <a:avLst/>
          </a:prstGeom>
          <a:noFill/>
          <a:ln>
            <a:noFill/>
          </a:ln>
        </p:spPr>
      </p:pic>
      <p:pic>
        <p:nvPicPr>
          <p:cNvPr id="77" name="Google Shape;77;p12"/>
          <p:cNvPicPr preferRelativeResize="0"/>
          <p:nvPr/>
        </p:nvPicPr>
        <p:blipFill>
          <a:blip r:embed="rId3">
            <a:alphaModFix/>
          </a:blip>
          <a:stretch>
            <a:fillRect/>
          </a:stretch>
        </p:blipFill>
        <p:spPr>
          <a:xfrm>
            <a:off x="303225" y="303225"/>
            <a:ext cx="1387351" cy="209825"/>
          </a:xfrm>
          <a:prstGeom prst="rect">
            <a:avLst/>
          </a:prstGeom>
          <a:noFill/>
          <a:ln>
            <a:noFill/>
          </a:ln>
        </p:spPr>
      </p:pic>
      <p:sp>
        <p:nvSpPr>
          <p:cNvPr id="78" name="Google Shape;78;p12"/>
          <p:cNvSpPr txBox="1"/>
          <p:nvPr>
            <p:ph idx="12" type="sldNum"/>
          </p:nvPr>
        </p:nvSpPr>
        <p:spPr>
          <a:xfrm>
            <a:off x="8556784" y="4749851"/>
            <a:ext cx="548700" cy="200100"/>
          </a:xfrm>
          <a:prstGeom prst="rect">
            <a:avLst/>
          </a:prstGeom>
        </p:spPr>
        <p:txBody>
          <a:bodyPr anchorCtr="0" anchor="t" bIns="0" lIns="0" spcFirstLastPara="1" rIns="0" wrap="square" tIns="0">
            <a:sp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GB"/>
              <a:t>‹#›</a:t>
            </a:fld>
            <a:endParaRPr/>
          </a:p>
        </p:txBody>
      </p:sp>
      <p:sp>
        <p:nvSpPr>
          <p:cNvPr id="79" name="Google Shape;79;p12"/>
          <p:cNvSpPr txBox="1"/>
          <p:nvPr>
            <p:ph idx="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You_slide_contact">
  <p:cSld name="SECTION_HEADER_3 copy 1_1_3_2">
    <p:bg>
      <p:bgPr>
        <a:solidFill>
          <a:srgbClr val="1B1B1B"/>
        </a:solidFill>
      </p:bgPr>
    </p:bg>
    <p:spTree>
      <p:nvGrpSpPr>
        <p:cNvPr id="80" name="Shape 80"/>
        <p:cNvGrpSpPr/>
        <p:nvPr/>
      </p:nvGrpSpPr>
      <p:grpSpPr>
        <a:xfrm>
          <a:off x="0" y="0"/>
          <a:ext cx="0" cy="0"/>
          <a:chOff x="0" y="0"/>
          <a:chExt cx="0" cy="0"/>
        </a:xfrm>
      </p:grpSpPr>
      <p:pic>
        <p:nvPicPr>
          <p:cNvPr descr="A black background with many squares&#10;&#10;Description automatically generated" id="81" name="Google Shape;81;p13"/>
          <p:cNvPicPr preferRelativeResize="0"/>
          <p:nvPr/>
        </p:nvPicPr>
        <p:blipFill rotWithShape="1">
          <a:blip r:embed="rId2">
            <a:alphaModFix amt="50000"/>
          </a:blip>
          <a:srcRect b="0" l="0" r="0" t="0"/>
          <a:stretch/>
        </p:blipFill>
        <p:spPr>
          <a:xfrm>
            <a:off x="0" y="-1"/>
            <a:ext cx="9144004" cy="5143501"/>
          </a:xfrm>
          <a:prstGeom prst="rect">
            <a:avLst/>
          </a:prstGeom>
          <a:noFill/>
          <a:ln>
            <a:noFill/>
          </a:ln>
        </p:spPr>
      </p:pic>
      <p:pic>
        <p:nvPicPr>
          <p:cNvPr id="82" name="Google Shape;82;p13"/>
          <p:cNvPicPr preferRelativeResize="0"/>
          <p:nvPr/>
        </p:nvPicPr>
        <p:blipFill>
          <a:blip r:embed="rId3">
            <a:alphaModFix/>
          </a:blip>
          <a:stretch>
            <a:fillRect/>
          </a:stretch>
        </p:blipFill>
        <p:spPr>
          <a:xfrm>
            <a:off x="303225" y="303225"/>
            <a:ext cx="1387351" cy="209825"/>
          </a:xfrm>
          <a:prstGeom prst="rect">
            <a:avLst/>
          </a:prstGeom>
          <a:noFill/>
          <a:ln>
            <a:noFill/>
          </a:ln>
        </p:spPr>
      </p:pic>
      <p:sp>
        <p:nvSpPr>
          <p:cNvPr id="83" name="Google Shape;83;p13"/>
          <p:cNvSpPr txBox="1"/>
          <p:nvPr/>
        </p:nvSpPr>
        <p:spPr>
          <a:xfrm>
            <a:off x="2749460" y="3952450"/>
            <a:ext cx="36450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Roboto"/>
                <a:ea typeface="Roboto"/>
                <a:cs typeface="Roboto"/>
                <a:sym typeface="Roboto"/>
              </a:rPr>
              <a:t>LET’S TALK</a:t>
            </a:r>
            <a:endParaRPr b="0" i="0" sz="900" u="none" cap="none" strike="noStrike">
              <a:solidFill>
                <a:schemeClr val="dk2"/>
              </a:solidFill>
              <a:latin typeface="Roboto"/>
              <a:ea typeface="Roboto"/>
              <a:cs typeface="Roboto"/>
              <a:sym typeface="Roboto"/>
            </a:endParaRPr>
          </a:p>
        </p:txBody>
      </p:sp>
      <p:sp>
        <p:nvSpPr>
          <p:cNvPr id="84" name="Google Shape;84;p13"/>
          <p:cNvSpPr txBox="1"/>
          <p:nvPr/>
        </p:nvSpPr>
        <p:spPr>
          <a:xfrm>
            <a:off x="1574642" y="1848206"/>
            <a:ext cx="59946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n-GB" sz="4000" u="none" cap="none" strike="noStrike">
                <a:solidFill>
                  <a:schemeClr val="dk2"/>
                </a:solidFill>
                <a:latin typeface="Roboto Light"/>
                <a:ea typeface="Roboto Light"/>
                <a:cs typeface="Roboto Light"/>
                <a:sym typeface="Roboto Light"/>
              </a:rPr>
              <a:t>Thank you!</a:t>
            </a:r>
            <a:endParaRPr b="0" i="0" sz="4000" u="none" cap="none" strike="noStrike">
              <a:solidFill>
                <a:srgbClr val="000000"/>
              </a:solidFill>
              <a:latin typeface="Roboto Light"/>
              <a:ea typeface="Roboto Light"/>
              <a:cs typeface="Roboto Light"/>
              <a:sym typeface="Roboto Light"/>
            </a:endParaRPr>
          </a:p>
        </p:txBody>
      </p:sp>
      <p:sp>
        <p:nvSpPr>
          <p:cNvPr id="85" name="Google Shape;85;p13"/>
          <p:cNvSpPr/>
          <p:nvPr>
            <p:ph idx="2" type="pic"/>
          </p:nvPr>
        </p:nvSpPr>
        <p:spPr>
          <a:xfrm>
            <a:off x="4218000" y="3141550"/>
            <a:ext cx="708000" cy="708000"/>
          </a:xfrm>
          <a:prstGeom prst="ellipse">
            <a:avLst/>
          </a:prstGeom>
          <a:noFill/>
          <a:ln>
            <a:noFill/>
          </a:ln>
        </p:spPr>
      </p:sp>
      <p:pic>
        <p:nvPicPr>
          <p:cNvPr id="86" name="Google Shape;86;p13"/>
          <p:cNvPicPr preferRelativeResize="0"/>
          <p:nvPr/>
        </p:nvPicPr>
        <p:blipFill>
          <a:blip r:embed="rId4">
            <a:alphaModFix/>
          </a:blip>
          <a:stretch>
            <a:fillRect/>
          </a:stretch>
        </p:blipFill>
        <p:spPr>
          <a:xfrm>
            <a:off x="3706350" y="2583225"/>
            <a:ext cx="1731251" cy="677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You_slide">
  <p:cSld name="SECTION_HEADER_3 copy 1_1_3_2_2">
    <p:bg>
      <p:bgPr>
        <a:solidFill>
          <a:srgbClr val="1B1B1B"/>
        </a:solidFill>
      </p:bgPr>
    </p:bg>
    <p:spTree>
      <p:nvGrpSpPr>
        <p:cNvPr id="87" name="Shape 87"/>
        <p:cNvGrpSpPr/>
        <p:nvPr/>
      </p:nvGrpSpPr>
      <p:grpSpPr>
        <a:xfrm>
          <a:off x="0" y="0"/>
          <a:ext cx="0" cy="0"/>
          <a:chOff x="0" y="0"/>
          <a:chExt cx="0" cy="0"/>
        </a:xfrm>
      </p:grpSpPr>
      <p:pic>
        <p:nvPicPr>
          <p:cNvPr descr="A black background with many squares&#10;&#10;Description automatically generated" id="88" name="Google Shape;88;p14"/>
          <p:cNvPicPr preferRelativeResize="0"/>
          <p:nvPr/>
        </p:nvPicPr>
        <p:blipFill rotWithShape="1">
          <a:blip r:embed="rId2">
            <a:alphaModFix amt="50000"/>
          </a:blip>
          <a:srcRect b="0" l="0" r="0" t="0"/>
          <a:stretch/>
        </p:blipFill>
        <p:spPr>
          <a:xfrm>
            <a:off x="0" y="-1"/>
            <a:ext cx="9144004" cy="5143501"/>
          </a:xfrm>
          <a:prstGeom prst="rect">
            <a:avLst/>
          </a:prstGeom>
          <a:noFill/>
          <a:ln>
            <a:noFill/>
          </a:ln>
        </p:spPr>
      </p:pic>
      <p:pic>
        <p:nvPicPr>
          <p:cNvPr id="89" name="Google Shape;89;p14"/>
          <p:cNvPicPr preferRelativeResize="0"/>
          <p:nvPr/>
        </p:nvPicPr>
        <p:blipFill>
          <a:blip r:embed="rId3">
            <a:alphaModFix/>
          </a:blip>
          <a:stretch>
            <a:fillRect/>
          </a:stretch>
        </p:blipFill>
        <p:spPr>
          <a:xfrm>
            <a:off x="303225" y="303225"/>
            <a:ext cx="1387351" cy="209825"/>
          </a:xfrm>
          <a:prstGeom prst="rect">
            <a:avLst/>
          </a:prstGeom>
          <a:noFill/>
          <a:ln>
            <a:noFill/>
          </a:ln>
        </p:spPr>
      </p:pic>
      <p:sp>
        <p:nvSpPr>
          <p:cNvPr id="90" name="Google Shape;90;p14"/>
          <p:cNvSpPr txBox="1"/>
          <p:nvPr/>
        </p:nvSpPr>
        <p:spPr>
          <a:xfrm>
            <a:off x="1574692" y="2170356"/>
            <a:ext cx="59946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n-GB" sz="4000" u="none" cap="none" strike="noStrike">
                <a:solidFill>
                  <a:schemeClr val="dk2"/>
                </a:solidFill>
                <a:latin typeface="Roboto Light"/>
                <a:ea typeface="Roboto Light"/>
                <a:cs typeface="Roboto Light"/>
                <a:sym typeface="Roboto Light"/>
              </a:rPr>
              <a:t>Thank you!</a:t>
            </a:r>
            <a:endParaRPr b="0" i="0" sz="4000" u="none" cap="none" strike="noStrike">
              <a:solidFill>
                <a:srgbClr val="000000"/>
              </a:solidFill>
              <a:latin typeface="Roboto Light"/>
              <a:ea typeface="Roboto Light"/>
              <a:cs typeface="Roboto Light"/>
              <a:sym typeface="Roboto Light"/>
            </a:endParaRPr>
          </a:p>
        </p:txBody>
      </p:sp>
      <p:pic>
        <p:nvPicPr>
          <p:cNvPr id="91" name="Google Shape;91;p14"/>
          <p:cNvPicPr preferRelativeResize="0"/>
          <p:nvPr/>
        </p:nvPicPr>
        <p:blipFill>
          <a:blip r:embed="rId4">
            <a:alphaModFix/>
          </a:blip>
          <a:stretch>
            <a:fillRect/>
          </a:stretch>
        </p:blipFill>
        <p:spPr>
          <a:xfrm>
            <a:off x="3706400" y="2905375"/>
            <a:ext cx="1731251" cy="677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You_slide_white">
  <p:cSld name="SECTION_HEADER_3 copy 1_1_3_2_1">
    <p:bg>
      <p:bgPr>
        <a:solidFill>
          <a:schemeClr val="dk2"/>
        </a:solidFill>
      </p:bgPr>
    </p:bg>
    <p:spTree>
      <p:nvGrpSpPr>
        <p:cNvPr id="92" name="Shape 92"/>
        <p:cNvGrpSpPr/>
        <p:nvPr/>
      </p:nvGrpSpPr>
      <p:grpSpPr>
        <a:xfrm>
          <a:off x="0" y="0"/>
          <a:ext cx="0" cy="0"/>
          <a:chOff x="0" y="0"/>
          <a:chExt cx="0" cy="0"/>
        </a:xfrm>
      </p:grpSpPr>
      <p:pic>
        <p:nvPicPr>
          <p:cNvPr id="93" name="Google Shape;93;p15"/>
          <p:cNvPicPr preferRelativeResize="0"/>
          <p:nvPr/>
        </p:nvPicPr>
        <p:blipFill rotWithShape="1">
          <a:blip r:embed="rId2">
            <a:alphaModFix amt="50000"/>
          </a:blip>
          <a:srcRect b="0" l="0" r="0" t="0"/>
          <a:stretch/>
        </p:blipFill>
        <p:spPr>
          <a:xfrm>
            <a:off x="0" y="0"/>
            <a:ext cx="9144000" cy="5143501"/>
          </a:xfrm>
          <a:prstGeom prst="rect">
            <a:avLst/>
          </a:prstGeom>
          <a:noFill/>
          <a:ln>
            <a:noFill/>
          </a:ln>
        </p:spPr>
      </p:pic>
      <p:sp>
        <p:nvSpPr>
          <p:cNvPr id="94" name="Google Shape;94;p15"/>
          <p:cNvSpPr txBox="1"/>
          <p:nvPr/>
        </p:nvSpPr>
        <p:spPr>
          <a:xfrm>
            <a:off x="1574642" y="2170356"/>
            <a:ext cx="59946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n-GB" sz="4000" u="none" cap="none" strike="noStrike">
                <a:solidFill>
                  <a:schemeClr val="dk1"/>
                </a:solidFill>
                <a:latin typeface="Roboto Light"/>
                <a:ea typeface="Roboto Light"/>
                <a:cs typeface="Roboto Light"/>
                <a:sym typeface="Roboto Light"/>
              </a:rPr>
              <a:t>Thank you!</a:t>
            </a:r>
            <a:endParaRPr b="0" i="0" sz="4000" u="none" cap="none" strike="noStrike">
              <a:solidFill>
                <a:schemeClr val="dk1"/>
              </a:solidFill>
              <a:latin typeface="Roboto Light"/>
              <a:ea typeface="Roboto Light"/>
              <a:cs typeface="Roboto Light"/>
              <a:sym typeface="Roboto Light"/>
            </a:endParaRPr>
          </a:p>
        </p:txBody>
      </p:sp>
      <p:pic>
        <p:nvPicPr>
          <p:cNvPr id="95" name="Google Shape;95;p15"/>
          <p:cNvPicPr preferRelativeResize="0"/>
          <p:nvPr/>
        </p:nvPicPr>
        <p:blipFill>
          <a:blip r:embed="rId3">
            <a:alphaModFix/>
          </a:blip>
          <a:stretch>
            <a:fillRect/>
          </a:stretch>
        </p:blipFill>
        <p:spPr>
          <a:xfrm>
            <a:off x="3706350" y="2905375"/>
            <a:ext cx="1731251" cy="67775"/>
          </a:xfrm>
          <a:prstGeom prst="rect">
            <a:avLst/>
          </a:prstGeom>
          <a:noFill/>
          <a:ln>
            <a:noFill/>
          </a:ln>
        </p:spPr>
      </p:pic>
      <p:pic>
        <p:nvPicPr>
          <p:cNvPr id="96" name="Google Shape;96;p15"/>
          <p:cNvPicPr preferRelativeResize="0"/>
          <p:nvPr/>
        </p:nvPicPr>
        <p:blipFill>
          <a:blip r:embed="rId4">
            <a:alphaModFix/>
          </a:blip>
          <a:stretch>
            <a:fillRect/>
          </a:stretch>
        </p:blipFill>
        <p:spPr>
          <a:xfrm>
            <a:off x="303225" y="303225"/>
            <a:ext cx="1387351" cy="20982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You_slide_contact_white">
  <p:cSld name="SECTION_HEADER_3 copy 1_1_3_2_1_1">
    <p:bg>
      <p:bgPr>
        <a:solidFill>
          <a:schemeClr val="dk2"/>
        </a:solidFill>
      </p:bgPr>
    </p:bg>
    <p:spTree>
      <p:nvGrpSpPr>
        <p:cNvPr id="97" name="Shape 97"/>
        <p:cNvGrpSpPr/>
        <p:nvPr/>
      </p:nvGrpSpPr>
      <p:grpSpPr>
        <a:xfrm>
          <a:off x="0" y="0"/>
          <a:ext cx="0" cy="0"/>
          <a:chOff x="0" y="0"/>
          <a:chExt cx="0" cy="0"/>
        </a:xfrm>
      </p:grpSpPr>
      <p:pic>
        <p:nvPicPr>
          <p:cNvPr id="98" name="Google Shape;98;p16"/>
          <p:cNvPicPr preferRelativeResize="0"/>
          <p:nvPr/>
        </p:nvPicPr>
        <p:blipFill rotWithShape="1">
          <a:blip r:embed="rId2">
            <a:alphaModFix amt="50000"/>
          </a:blip>
          <a:srcRect b="0" l="0" r="0" t="0"/>
          <a:stretch/>
        </p:blipFill>
        <p:spPr>
          <a:xfrm>
            <a:off x="0" y="0"/>
            <a:ext cx="9144000" cy="5143501"/>
          </a:xfrm>
          <a:prstGeom prst="rect">
            <a:avLst/>
          </a:prstGeom>
          <a:noFill/>
          <a:ln>
            <a:noFill/>
          </a:ln>
        </p:spPr>
      </p:pic>
      <p:pic>
        <p:nvPicPr>
          <p:cNvPr id="99" name="Google Shape;99;p16"/>
          <p:cNvPicPr preferRelativeResize="0"/>
          <p:nvPr/>
        </p:nvPicPr>
        <p:blipFill>
          <a:blip r:embed="rId3">
            <a:alphaModFix/>
          </a:blip>
          <a:stretch>
            <a:fillRect/>
          </a:stretch>
        </p:blipFill>
        <p:spPr>
          <a:xfrm>
            <a:off x="303225" y="303225"/>
            <a:ext cx="1387351" cy="209825"/>
          </a:xfrm>
          <a:prstGeom prst="rect">
            <a:avLst/>
          </a:prstGeom>
          <a:noFill/>
          <a:ln>
            <a:noFill/>
          </a:ln>
        </p:spPr>
      </p:pic>
      <p:sp>
        <p:nvSpPr>
          <p:cNvPr id="100" name="Google Shape;100;p16"/>
          <p:cNvSpPr txBox="1"/>
          <p:nvPr/>
        </p:nvSpPr>
        <p:spPr>
          <a:xfrm>
            <a:off x="2749460" y="3952450"/>
            <a:ext cx="36450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1" i="0" lang="en-GB" sz="1000" u="none" cap="none" strike="noStrike">
                <a:solidFill>
                  <a:schemeClr val="dk1"/>
                </a:solidFill>
                <a:latin typeface="Roboto"/>
                <a:ea typeface="Roboto"/>
                <a:cs typeface="Roboto"/>
                <a:sym typeface="Roboto"/>
              </a:rPr>
              <a:t>LET’S TALK</a:t>
            </a:r>
            <a:endParaRPr b="0" i="0" sz="900" u="none" cap="none" strike="noStrike">
              <a:solidFill>
                <a:schemeClr val="dk1"/>
              </a:solidFill>
              <a:latin typeface="Roboto"/>
              <a:ea typeface="Roboto"/>
              <a:cs typeface="Roboto"/>
              <a:sym typeface="Roboto"/>
            </a:endParaRPr>
          </a:p>
        </p:txBody>
      </p:sp>
      <p:sp>
        <p:nvSpPr>
          <p:cNvPr id="101" name="Google Shape;101;p16"/>
          <p:cNvSpPr/>
          <p:nvPr>
            <p:ph idx="2" type="pic"/>
          </p:nvPr>
        </p:nvSpPr>
        <p:spPr>
          <a:xfrm>
            <a:off x="4218000" y="3141550"/>
            <a:ext cx="708000" cy="708000"/>
          </a:xfrm>
          <a:prstGeom prst="ellipse">
            <a:avLst/>
          </a:prstGeom>
          <a:noFill/>
          <a:ln>
            <a:noFill/>
          </a:ln>
        </p:spPr>
      </p:sp>
      <p:sp>
        <p:nvSpPr>
          <p:cNvPr id="102" name="Google Shape;102;p16"/>
          <p:cNvSpPr txBox="1"/>
          <p:nvPr/>
        </p:nvSpPr>
        <p:spPr>
          <a:xfrm>
            <a:off x="1574642" y="1848206"/>
            <a:ext cx="59946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n-GB" sz="4000" u="none" cap="none" strike="noStrike">
                <a:solidFill>
                  <a:schemeClr val="dk1"/>
                </a:solidFill>
                <a:latin typeface="Roboto Light"/>
                <a:ea typeface="Roboto Light"/>
                <a:cs typeface="Roboto Light"/>
                <a:sym typeface="Roboto Light"/>
              </a:rPr>
              <a:t>Thank you!</a:t>
            </a:r>
            <a:endParaRPr b="0" i="0" sz="4000" u="none" cap="none" strike="noStrike">
              <a:solidFill>
                <a:schemeClr val="dk1"/>
              </a:solidFill>
              <a:latin typeface="Roboto Light"/>
              <a:ea typeface="Roboto Light"/>
              <a:cs typeface="Roboto Light"/>
              <a:sym typeface="Roboto Light"/>
            </a:endParaRPr>
          </a:p>
        </p:txBody>
      </p:sp>
      <p:pic>
        <p:nvPicPr>
          <p:cNvPr id="103" name="Google Shape;103;p16"/>
          <p:cNvPicPr preferRelativeResize="0"/>
          <p:nvPr/>
        </p:nvPicPr>
        <p:blipFill>
          <a:blip r:embed="rId4">
            <a:alphaModFix/>
          </a:blip>
          <a:stretch>
            <a:fillRect/>
          </a:stretch>
        </p:blipFill>
        <p:spPr>
          <a:xfrm>
            <a:off x="3706350" y="2583225"/>
            <a:ext cx="1731251" cy="677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White">
  <p:cSld name="SECTION_HEADER_3 copy 1_2_1_1">
    <p:bg>
      <p:bgPr>
        <a:solidFill>
          <a:schemeClr val="dk2"/>
        </a:solidFill>
      </p:bgPr>
    </p:bg>
    <p:spTree>
      <p:nvGrpSpPr>
        <p:cNvPr id="104" name="Shape 104"/>
        <p:cNvGrpSpPr/>
        <p:nvPr/>
      </p:nvGrpSpPr>
      <p:grpSpPr>
        <a:xfrm>
          <a:off x="0" y="0"/>
          <a:ext cx="0" cy="0"/>
          <a:chOff x="0" y="0"/>
          <a:chExt cx="0" cy="0"/>
        </a:xfrm>
      </p:grpSpPr>
      <p:pic>
        <p:nvPicPr>
          <p:cNvPr id="105" name="Google Shape;105;p17"/>
          <p:cNvPicPr preferRelativeResize="0"/>
          <p:nvPr/>
        </p:nvPicPr>
        <p:blipFill>
          <a:blip r:embed="rId2">
            <a:alphaModFix/>
          </a:blip>
          <a:stretch>
            <a:fillRect/>
          </a:stretch>
        </p:blipFill>
        <p:spPr>
          <a:xfrm>
            <a:off x="303225" y="303225"/>
            <a:ext cx="1387351" cy="209825"/>
          </a:xfrm>
          <a:prstGeom prst="rect">
            <a:avLst/>
          </a:prstGeom>
          <a:noFill/>
          <a:ln>
            <a:noFill/>
          </a:ln>
        </p:spPr>
      </p:pic>
      <p:sp>
        <p:nvSpPr>
          <p:cNvPr id="106" name="Google Shape;106;p17"/>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White 2">
  <p:cSld name="SECTION_HEADER_3 copy 1_2_1_1_4">
    <p:bg>
      <p:bgPr>
        <a:solidFill>
          <a:schemeClr val="dk2"/>
        </a:solidFill>
      </p:bgPr>
    </p:bg>
    <p:spTree>
      <p:nvGrpSpPr>
        <p:cNvPr id="107" name="Shape 107"/>
        <p:cNvGrpSpPr/>
        <p:nvPr/>
      </p:nvGrpSpPr>
      <p:grpSpPr>
        <a:xfrm>
          <a:off x="0" y="0"/>
          <a:ext cx="0" cy="0"/>
          <a:chOff x="0" y="0"/>
          <a:chExt cx="0" cy="0"/>
        </a:xfrm>
      </p:grpSpPr>
      <p:sp>
        <p:nvSpPr>
          <p:cNvPr id="108" name="Google Shape;108;p18"/>
          <p:cNvSpPr txBox="1"/>
          <p:nvPr>
            <p:ph type="title"/>
          </p:nvPr>
        </p:nvSpPr>
        <p:spPr>
          <a:xfrm>
            <a:off x="689775" y="303225"/>
            <a:ext cx="6594300" cy="263100"/>
          </a:xfrm>
          <a:prstGeom prst="rect">
            <a:avLst/>
          </a:prstGeom>
        </p:spPr>
        <p:txBody>
          <a:bodyPr anchorCtr="0" anchor="t" bIns="0" lIns="0" spcFirstLastPara="1" rIns="0" wrap="square" tIns="0">
            <a:spAutoFit/>
          </a:bodyPr>
          <a:lstStyle>
            <a:lvl1pPr lvl="0">
              <a:spcBef>
                <a:spcPts val="0"/>
              </a:spcBef>
              <a:spcAft>
                <a:spcPts val="0"/>
              </a:spcAft>
              <a:buSzPts val="1600"/>
              <a:buNone/>
              <a:defRPr sz="16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pic>
        <p:nvPicPr>
          <p:cNvPr id="109" name="Google Shape;109;p18"/>
          <p:cNvPicPr preferRelativeResize="0"/>
          <p:nvPr/>
        </p:nvPicPr>
        <p:blipFill rotWithShape="1">
          <a:blip r:embed="rId2">
            <a:alphaModFix/>
          </a:blip>
          <a:srcRect b="0" l="0" r="82189" t="0"/>
          <a:stretch/>
        </p:blipFill>
        <p:spPr>
          <a:xfrm>
            <a:off x="303225" y="303225"/>
            <a:ext cx="247101" cy="209825"/>
          </a:xfrm>
          <a:prstGeom prst="rect">
            <a:avLst/>
          </a:prstGeom>
          <a:noFill/>
          <a:ln>
            <a:noFill/>
          </a:ln>
        </p:spPr>
      </p:pic>
      <p:sp>
        <p:nvSpPr>
          <p:cNvPr id="110" name="Google Shape;110;p18"/>
          <p:cNvSpPr txBox="1"/>
          <p:nvPr>
            <p:ph idx="1" type="subTitle"/>
          </p:nvPr>
        </p:nvSpPr>
        <p:spPr>
          <a:xfrm>
            <a:off x="6947200" y="281535"/>
            <a:ext cx="1893600" cy="115200"/>
          </a:xfrm>
          <a:prstGeom prst="rect">
            <a:avLst/>
          </a:prstGeom>
        </p:spPr>
        <p:txBody>
          <a:bodyPr anchorCtr="0" anchor="t" bIns="0" lIns="0" spcFirstLastPara="1" rIns="0" wrap="square" tIns="0">
            <a:spAutoFit/>
          </a:bodyPr>
          <a:lstStyle>
            <a:lvl1pPr lvl="0" algn="r">
              <a:spcBef>
                <a:spcPts val="0"/>
              </a:spcBef>
              <a:spcAft>
                <a:spcPts val="0"/>
              </a:spcAft>
              <a:buSzPts val="800"/>
              <a:buNone/>
              <a:defRPr sz="800"/>
            </a:lvl1pPr>
            <a:lvl2pPr lvl="1">
              <a:spcBef>
                <a:spcPts val="600"/>
              </a:spcBef>
              <a:spcAft>
                <a:spcPts val="0"/>
              </a:spcAft>
              <a:buSzPts val="1200"/>
              <a:buNone/>
              <a:defRPr/>
            </a:lvl2pPr>
            <a:lvl3pPr lvl="2">
              <a:spcBef>
                <a:spcPts val="600"/>
              </a:spcBef>
              <a:spcAft>
                <a:spcPts val="0"/>
              </a:spcAft>
              <a:buSzPts val="1200"/>
              <a:buNone/>
              <a:defRPr/>
            </a:lvl3pPr>
            <a:lvl4pPr lvl="3">
              <a:spcBef>
                <a:spcPts val="600"/>
              </a:spcBef>
              <a:spcAft>
                <a:spcPts val="0"/>
              </a:spcAft>
              <a:buSzPts val="1000"/>
              <a:buNone/>
              <a:defRPr/>
            </a:lvl4pPr>
            <a:lvl5pPr lvl="4">
              <a:spcBef>
                <a:spcPts val="600"/>
              </a:spcBef>
              <a:spcAft>
                <a:spcPts val="0"/>
              </a:spcAft>
              <a:buSzPts val="1000"/>
              <a:buNone/>
              <a:defRPr/>
            </a:lvl5pPr>
            <a:lvl6pPr lvl="5">
              <a:spcBef>
                <a:spcPts val="600"/>
              </a:spcBef>
              <a:spcAft>
                <a:spcPts val="0"/>
              </a:spcAft>
              <a:buSzPts val="1000"/>
              <a:buNone/>
              <a:defRPr/>
            </a:lvl6pPr>
            <a:lvl7pPr lvl="6">
              <a:spcBef>
                <a:spcPts val="600"/>
              </a:spcBef>
              <a:spcAft>
                <a:spcPts val="0"/>
              </a:spcAft>
              <a:buSzPts val="1000"/>
              <a:buNone/>
              <a:defRPr/>
            </a:lvl7pPr>
            <a:lvl8pPr lvl="7">
              <a:spcBef>
                <a:spcPts val="600"/>
              </a:spcBef>
              <a:spcAft>
                <a:spcPts val="0"/>
              </a:spcAft>
              <a:buSzPts val="1000"/>
              <a:buNone/>
              <a:defRPr/>
            </a:lvl8pPr>
            <a:lvl9pPr lvl="8">
              <a:spcBef>
                <a:spcPts val="600"/>
              </a:spcBef>
              <a:spcAft>
                <a:spcPts val="600"/>
              </a:spcAft>
              <a:buSzPts val="1000"/>
              <a:buNone/>
              <a:defRPr/>
            </a:lvl9pPr>
          </a:lstStyle>
          <a:p/>
        </p:txBody>
      </p:sp>
      <p:sp>
        <p:nvSpPr>
          <p:cNvPr id="111" name="Google Shape;111;p18"/>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Black_With Logo 1">
  <p:cSld name="SECTION_HEADER_3 copy 1_1_3_1_2">
    <p:bg>
      <p:bgPr>
        <a:solidFill>
          <a:srgbClr val="1B1B1B"/>
        </a:solidFill>
      </p:bgPr>
    </p:bg>
    <p:spTree>
      <p:nvGrpSpPr>
        <p:cNvPr id="112" name="Shape 112"/>
        <p:cNvGrpSpPr/>
        <p:nvPr/>
      </p:nvGrpSpPr>
      <p:grpSpPr>
        <a:xfrm>
          <a:off x="0" y="0"/>
          <a:ext cx="0" cy="0"/>
          <a:chOff x="0" y="0"/>
          <a:chExt cx="0" cy="0"/>
        </a:xfrm>
      </p:grpSpPr>
      <p:sp>
        <p:nvSpPr>
          <p:cNvPr id="113" name="Google Shape;113;p19"/>
          <p:cNvSpPr txBox="1"/>
          <p:nvPr>
            <p:ph type="title"/>
          </p:nvPr>
        </p:nvSpPr>
        <p:spPr>
          <a:xfrm>
            <a:off x="689775" y="303225"/>
            <a:ext cx="6594300" cy="263100"/>
          </a:xfrm>
          <a:prstGeom prst="rect">
            <a:avLst/>
          </a:prstGeom>
        </p:spPr>
        <p:txBody>
          <a:bodyPr anchorCtr="0" anchor="t" bIns="0" lIns="0" spcFirstLastPara="1" rIns="0" wrap="square" tIns="0">
            <a:spAutoFit/>
          </a:bodyPr>
          <a:lstStyle>
            <a:lvl1pPr lvl="0">
              <a:spcBef>
                <a:spcPts val="0"/>
              </a:spcBef>
              <a:spcAft>
                <a:spcPts val="0"/>
              </a:spcAft>
              <a:buClr>
                <a:schemeClr val="dk2"/>
              </a:buClr>
              <a:buSzPts val="1600"/>
              <a:buNone/>
              <a:defRPr sz="1600">
                <a:solidFill>
                  <a:schemeClr val="dk2"/>
                </a:solidFill>
              </a:defRPr>
            </a:lvl1pPr>
            <a:lvl2pPr lvl="1">
              <a:spcBef>
                <a:spcPts val="0"/>
              </a:spcBef>
              <a:spcAft>
                <a:spcPts val="0"/>
              </a:spcAft>
              <a:buClr>
                <a:schemeClr val="dk2"/>
              </a:buClr>
              <a:buSzPts val="2000"/>
              <a:buNone/>
              <a:defRPr>
                <a:solidFill>
                  <a:schemeClr val="dk2"/>
                </a:solidFill>
              </a:defRPr>
            </a:lvl2pPr>
            <a:lvl3pPr lvl="2">
              <a:spcBef>
                <a:spcPts val="0"/>
              </a:spcBef>
              <a:spcAft>
                <a:spcPts val="0"/>
              </a:spcAft>
              <a:buClr>
                <a:schemeClr val="dk2"/>
              </a:buClr>
              <a:buSzPts val="2000"/>
              <a:buNone/>
              <a:defRPr>
                <a:solidFill>
                  <a:schemeClr val="dk2"/>
                </a:solidFill>
              </a:defRPr>
            </a:lvl3pPr>
            <a:lvl4pPr lvl="3">
              <a:spcBef>
                <a:spcPts val="0"/>
              </a:spcBef>
              <a:spcAft>
                <a:spcPts val="0"/>
              </a:spcAft>
              <a:buClr>
                <a:schemeClr val="dk2"/>
              </a:buClr>
              <a:buSzPts val="2000"/>
              <a:buNone/>
              <a:defRPr>
                <a:solidFill>
                  <a:schemeClr val="dk2"/>
                </a:solidFill>
              </a:defRPr>
            </a:lvl4pPr>
            <a:lvl5pPr lvl="4">
              <a:spcBef>
                <a:spcPts val="0"/>
              </a:spcBef>
              <a:spcAft>
                <a:spcPts val="0"/>
              </a:spcAft>
              <a:buClr>
                <a:schemeClr val="dk2"/>
              </a:buClr>
              <a:buSzPts val="2000"/>
              <a:buNone/>
              <a:defRPr>
                <a:solidFill>
                  <a:schemeClr val="dk2"/>
                </a:solidFill>
              </a:defRPr>
            </a:lvl5pPr>
            <a:lvl6pPr lvl="5">
              <a:spcBef>
                <a:spcPts val="0"/>
              </a:spcBef>
              <a:spcAft>
                <a:spcPts val="0"/>
              </a:spcAft>
              <a:buClr>
                <a:schemeClr val="dk2"/>
              </a:buClr>
              <a:buSzPts val="2000"/>
              <a:buNone/>
              <a:defRPr>
                <a:solidFill>
                  <a:schemeClr val="dk2"/>
                </a:solidFill>
              </a:defRPr>
            </a:lvl6pPr>
            <a:lvl7pPr lvl="6">
              <a:spcBef>
                <a:spcPts val="0"/>
              </a:spcBef>
              <a:spcAft>
                <a:spcPts val="0"/>
              </a:spcAft>
              <a:buClr>
                <a:schemeClr val="dk2"/>
              </a:buClr>
              <a:buSzPts val="2000"/>
              <a:buNone/>
              <a:defRPr>
                <a:solidFill>
                  <a:schemeClr val="dk2"/>
                </a:solidFill>
              </a:defRPr>
            </a:lvl7pPr>
            <a:lvl8pPr lvl="7">
              <a:spcBef>
                <a:spcPts val="0"/>
              </a:spcBef>
              <a:spcAft>
                <a:spcPts val="0"/>
              </a:spcAft>
              <a:buClr>
                <a:schemeClr val="dk2"/>
              </a:buClr>
              <a:buSzPts val="2000"/>
              <a:buNone/>
              <a:defRPr>
                <a:solidFill>
                  <a:schemeClr val="dk2"/>
                </a:solidFill>
              </a:defRPr>
            </a:lvl8pPr>
            <a:lvl9pPr lvl="8">
              <a:spcBef>
                <a:spcPts val="0"/>
              </a:spcBef>
              <a:spcAft>
                <a:spcPts val="0"/>
              </a:spcAft>
              <a:buClr>
                <a:schemeClr val="dk2"/>
              </a:buClr>
              <a:buSzPts val="2000"/>
              <a:buNone/>
              <a:defRPr>
                <a:solidFill>
                  <a:schemeClr val="dk2"/>
                </a:solidFill>
              </a:defRPr>
            </a:lvl9pPr>
          </a:lstStyle>
          <a:p/>
        </p:txBody>
      </p:sp>
      <p:pic>
        <p:nvPicPr>
          <p:cNvPr id="114" name="Google Shape;114;p19"/>
          <p:cNvPicPr preferRelativeResize="0"/>
          <p:nvPr/>
        </p:nvPicPr>
        <p:blipFill rotWithShape="1">
          <a:blip r:embed="rId2">
            <a:alphaModFix/>
          </a:blip>
          <a:srcRect b="0" l="0" r="81436" t="0"/>
          <a:stretch/>
        </p:blipFill>
        <p:spPr>
          <a:xfrm>
            <a:off x="303225" y="303225"/>
            <a:ext cx="257551" cy="209825"/>
          </a:xfrm>
          <a:prstGeom prst="rect">
            <a:avLst/>
          </a:prstGeom>
          <a:noFill/>
          <a:ln>
            <a:noFill/>
          </a:ln>
        </p:spPr>
      </p:pic>
      <p:sp>
        <p:nvSpPr>
          <p:cNvPr id="115" name="Google Shape;115;p19"/>
          <p:cNvSpPr txBox="1"/>
          <p:nvPr>
            <p:ph idx="1" type="subTitle"/>
          </p:nvPr>
        </p:nvSpPr>
        <p:spPr>
          <a:xfrm>
            <a:off x="6947200" y="281535"/>
            <a:ext cx="1893600" cy="115200"/>
          </a:xfrm>
          <a:prstGeom prst="rect">
            <a:avLst/>
          </a:prstGeom>
        </p:spPr>
        <p:txBody>
          <a:bodyPr anchorCtr="0" anchor="t" bIns="0" lIns="0" spcFirstLastPara="1" rIns="0" wrap="square" tIns="0">
            <a:spAutoFit/>
          </a:bodyPr>
          <a:lstStyle>
            <a:lvl1pPr lvl="0" algn="r">
              <a:spcBef>
                <a:spcPts val="0"/>
              </a:spcBef>
              <a:spcAft>
                <a:spcPts val="0"/>
              </a:spcAft>
              <a:buClr>
                <a:schemeClr val="dk2"/>
              </a:buClr>
              <a:buSzPts val="800"/>
              <a:buNone/>
              <a:defRPr sz="800">
                <a:solidFill>
                  <a:schemeClr val="dk2"/>
                </a:solidFill>
              </a:defRPr>
            </a:lvl1pPr>
            <a:lvl2pPr lvl="1">
              <a:spcBef>
                <a:spcPts val="600"/>
              </a:spcBef>
              <a:spcAft>
                <a:spcPts val="0"/>
              </a:spcAft>
              <a:buSzPts val="1200"/>
              <a:buNone/>
              <a:defRPr/>
            </a:lvl2pPr>
            <a:lvl3pPr lvl="2">
              <a:spcBef>
                <a:spcPts val="600"/>
              </a:spcBef>
              <a:spcAft>
                <a:spcPts val="0"/>
              </a:spcAft>
              <a:buSzPts val="1200"/>
              <a:buNone/>
              <a:defRPr/>
            </a:lvl3pPr>
            <a:lvl4pPr lvl="3">
              <a:spcBef>
                <a:spcPts val="600"/>
              </a:spcBef>
              <a:spcAft>
                <a:spcPts val="0"/>
              </a:spcAft>
              <a:buSzPts val="1000"/>
              <a:buNone/>
              <a:defRPr/>
            </a:lvl4pPr>
            <a:lvl5pPr lvl="4">
              <a:spcBef>
                <a:spcPts val="600"/>
              </a:spcBef>
              <a:spcAft>
                <a:spcPts val="0"/>
              </a:spcAft>
              <a:buSzPts val="1000"/>
              <a:buNone/>
              <a:defRPr/>
            </a:lvl5pPr>
            <a:lvl6pPr lvl="5">
              <a:spcBef>
                <a:spcPts val="600"/>
              </a:spcBef>
              <a:spcAft>
                <a:spcPts val="0"/>
              </a:spcAft>
              <a:buSzPts val="1000"/>
              <a:buNone/>
              <a:defRPr/>
            </a:lvl6pPr>
            <a:lvl7pPr lvl="6">
              <a:spcBef>
                <a:spcPts val="600"/>
              </a:spcBef>
              <a:spcAft>
                <a:spcPts val="0"/>
              </a:spcAft>
              <a:buSzPts val="1000"/>
              <a:buNone/>
              <a:defRPr/>
            </a:lvl7pPr>
            <a:lvl8pPr lvl="7">
              <a:spcBef>
                <a:spcPts val="600"/>
              </a:spcBef>
              <a:spcAft>
                <a:spcPts val="0"/>
              </a:spcAft>
              <a:buSzPts val="1000"/>
              <a:buNone/>
              <a:defRPr/>
            </a:lvl8pPr>
            <a:lvl9pPr lvl="8">
              <a:spcBef>
                <a:spcPts val="600"/>
              </a:spcBef>
              <a:spcAft>
                <a:spcPts val="600"/>
              </a:spcAft>
              <a:buSzPts val="1000"/>
              <a:buNone/>
              <a:defRPr/>
            </a:lvl9pPr>
          </a:lstStyle>
          <a:p/>
        </p:txBody>
      </p:sp>
      <p:sp>
        <p:nvSpPr>
          <p:cNvPr id="116" name="Google Shape;116;p19"/>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bg>
      <p:bgPr>
        <a:solidFill>
          <a:schemeClr val="dk1"/>
        </a:solidFill>
      </p:bgPr>
    </p:bg>
    <p:spTree>
      <p:nvGrpSpPr>
        <p:cNvPr id="117" name="Shape 117"/>
        <p:cNvGrpSpPr/>
        <p:nvPr/>
      </p:nvGrpSpPr>
      <p:grpSpPr>
        <a:xfrm>
          <a:off x="0" y="0"/>
          <a:ext cx="0" cy="0"/>
          <a:chOff x="0" y="0"/>
          <a:chExt cx="0" cy="0"/>
        </a:xfrm>
      </p:grpSpPr>
      <p:sp>
        <p:nvSpPr>
          <p:cNvPr id="118" name="Google Shape;118;p20"/>
          <p:cNvSpPr/>
          <p:nvPr>
            <p:ph idx="2" type="pic"/>
          </p:nvPr>
        </p:nvSpPr>
        <p:spPr>
          <a:xfrm>
            <a:off x="0" y="0"/>
            <a:ext cx="9144000" cy="5143500"/>
          </a:xfrm>
          <a:prstGeom prst="rect">
            <a:avLst/>
          </a:prstGeom>
          <a:solidFill>
            <a:schemeClr val="lt1"/>
          </a:solidFill>
          <a:ln>
            <a:noFill/>
          </a:ln>
        </p:spPr>
      </p:sp>
      <p:sp>
        <p:nvSpPr>
          <p:cNvPr id="119" name="Google Shape;119;p20"/>
          <p:cNvSpPr txBox="1"/>
          <p:nvPr>
            <p:ph idx="1" type="subTitle"/>
          </p:nvPr>
        </p:nvSpPr>
        <p:spPr>
          <a:xfrm>
            <a:off x="4432225" y="302550"/>
            <a:ext cx="4409100" cy="233400"/>
          </a:xfrm>
          <a:prstGeom prst="rect">
            <a:avLst/>
          </a:prstGeom>
          <a:noFill/>
          <a:ln>
            <a:noFill/>
          </a:ln>
        </p:spPr>
        <p:txBody>
          <a:bodyPr anchorCtr="0" anchor="ctr" bIns="0" lIns="0" spcFirstLastPara="1" rIns="0" wrap="square" tIns="0">
            <a:noAutofit/>
          </a:bodyPr>
          <a:lstStyle>
            <a:lvl1pPr lvl="0" algn="r">
              <a:lnSpc>
                <a:spcPct val="80000"/>
              </a:lnSpc>
              <a:spcBef>
                <a:spcPts val="0"/>
              </a:spcBef>
              <a:spcAft>
                <a:spcPts val="0"/>
              </a:spcAft>
              <a:buClr>
                <a:schemeClr val="dk2"/>
              </a:buClr>
              <a:buSzPts val="1000"/>
              <a:buNone/>
              <a:defRPr sz="1000">
                <a:solidFill>
                  <a:schemeClr val="dk2"/>
                </a:solidFill>
              </a:defRPr>
            </a:lvl1pPr>
            <a:lvl2pPr lvl="1" algn="r">
              <a:lnSpc>
                <a:spcPct val="100000"/>
              </a:lnSpc>
              <a:spcBef>
                <a:spcPts val="600"/>
              </a:spcBef>
              <a:spcAft>
                <a:spcPts val="0"/>
              </a:spcAft>
              <a:buClr>
                <a:schemeClr val="dk2"/>
              </a:buClr>
              <a:buSzPts val="1000"/>
              <a:buNone/>
              <a:defRPr sz="1000">
                <a:solidFill>
                  <a:schemeClr val="dk2"/>
                </a:solidFill>
              </a:defRPr>
            </a:lvl2pPr>
            <a:lvl3pPr lvl="2" algn="r">
              <a:lnSpc>
                <a:spcPct val="100000"/>
              </a:lnSpc>
              <a:spcBef>
                <a:spcPts val="600"/>
              </a:spcBef>
              <a:spcAft>
                <a:spcPts val="0"/>
              </a:spcAft>
              <a:buClr>
                <a:schemeClr val="dk2"/>
              </a:buClr>
              <a:buSzPts val="1000"/>
              <a:buNone/>
              <a:defRPr sz="1000">
                <a:solidFill>
                  <a:schemeClr val="dk2"/>
                </a:solidFill>
              </a:defRPr>
            </a:lvl3pPr>
            <a:lvl4pPr lvl="3" algn="r">
              <a:lnSpc>
                <a:spcPct val="100000"/>
              </a:lnSpc>
              <a:spcBef>
                <a:spcPts val="600"/>
              </a:spcBef>
              <a:spcAft>
                <a:spcPts val="0"/>
              </a:spcAft>
              <a:buClr>
                <a:schemeClr val="dk2"/>
              </a:buClr>
              <a:buSzPts val="1000"/>
              <a:buNone/>
              <a:defRPr>
                <a:solidFill>
                  <a:schemeClr val="dk2"/>
                </a:solidFill>
              </a:defRPr>
            </a:lvl4pPr>
            <a:lvl5pPr lvl="4" algn="r">
              <a:lnSpc>
                <a:spcPct val="100000"/>
              </a:lnSpc>
              <a:spcBef>
                <a:spcPts val="600"/>
              </a:spcBef>
              <a:spcAft>
                <a:spcPts val="0"/>
              </a:spcAft>
              <a:buClr>
                <a:schemeClr val="dk2"/>
              </a:buClr>
              <a:buSzPts val="1000"/>
              <a:buNone/>
              <a:defRPr>
                <a:solidFill>
                  <a:schemeClr val="dk2"/>
                </a:solidFill>
              </a:defRPr>
            </a:lvl5pPr>
            <a:lvl6pPr lvl="5" algn="r">
              <a:lnSpc>
                <a:spcPct val="100000"/>
              </a:lnSpc>
              <a:spcBef>
                <a:spcPts val="600"/>
              </a:spcBef>
              <a:spcAft>
                <a:spcPts val="0"/>
              </a:spcAft>
              <a:buClr>
                <a:schemeClr val="dk2"/>
              </a:buClr>
              <a:buSzPts val="1000"/>
              <a:buNone/>
              <a:defRPr>
                <a:solidFill>
                  <a:schemeClr val="dk2"/>
                </a:solidFill>
              </a:defRPr>
            </a:lvl6pPr>
            <a:lvl7pPr lvl="6" algn="r">
              <a:lnSpc>
                <a:spcPct val="100000"/>
              </a:lnSpc>
              <a:spcBef>
                <a:spcPts val="600"/>
              </a:spcBef>
              <a:spcAft>
                <a:spcPts val="0"/>
              </a:spcAft>
              <a:buClr>
                <a:schemeClr val="dk2"/>
              </a:buClr>
              <a:buSzPts val="1000"/>
              <a:buNone/>
              <a:defRPr>
                <a:solidFill>
                  <a:schemeClr val="dk2"/>
                </a:solidFill>
              </a:defRPr>
            </a:lvl7pPr>
            <a:lvl8pPr lvl="7" algn="r">
              <a:lnSpc>
                <a:spcPct val="100000"/>
              </a:lnSpc>
              <a:spcBef>
                <a:spcPts val="600"/>
              </a:spcBef>
              <a:spcAft>
                <a:spcPts val="0"/>
              </a:spcAft>
              <a:buClr>
                <a:schemeClr val="dk2"/>
              </a:buClr>
              <a:buSzPts val="1000"/>
              <a:buNone/>
              <a:defRPr>
                <a:solidFill>
                  <a:schemeClr val="dk2"/>
                </a:solidFill>
              </a:defRPr>
            </a:lvl8pPr>
            <a:lvl9pPr lvl="8" algn="r">
              <a:lnSpc>
                <a:spcPct val="100000"/>
              </a:lnSpc>
              <a:spcBef>
                <a:spcPts val="600"/>
              </a:spcBef>
              <a:spcAft>
                <a:spcPts val="600"/>
              </a:spcAft>
              <a:buClr>
                <a:schemeClr val="dk2"/>
              </a:buClr>
              <a:buSzPts val="1000"/>
              <a:buNone/>
              <a:defRPr>
                <a:solidFill>
                  <a:schemeClr val="dk2"/>
                </a:solidFill>
              </a:defRPr>
            </a:lvl9pPr>
          </a:lstStyle>
          <a:p/>
        </p:txBody>
      </p:sp>
      <p:pic>
        <p:nvPicPr>
          <p:cNvPr id="120" name="Google Shape;120;p20"/>
          <p:cNvPicPr preferRelativeResize="0"/>
          <p:nvPr/>
        </p:nvPicPr>
        <p:blipFill>
          <a:blip r:embed="rId2">
            <a:alphaModFix/>
          </a:blip>
          <a:stretch>
            <a:fillRect/>
          </a:stretch>
        </p:blipFill>
        <p:spPr>
          <a:xfrm>
            <a:off x="303225" y="303225"/>
            <a:ext cx="1387351" cy="209825"/>
          </a:xfrm>
          <a:prstGeom prst="rect">
            <a:avLst/>
          </a:prstGeom>
          <a:noFill/>
          <a:ln>
            <a:noFill/>
          </a:ln>
        </p:spPr>
      </p:pic>
      <p:sp>
        <p:nvSpPr>
          <p:cNvPr id="121" name="Google Shape;121;p20"/>
          <p:cNvSpPr/>
          <p:nvPr/>
        </p:nvSpPr>
        <p:spPr>
          <a:xfrm>
            <a:off x="179798" y="197596"/>
            <a:ext cx="8784300" cy="4748400"/>
          </a:xfrm>
          <a:prstGeom prst="roundRect">
            <a:avLst>
              <a:gd fmla="val 4766" name="adj"/>
            </a:avLst>
          </a:prstGeom>
          <a:solidFill>
            <a:schemeClr val="dk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2" name="Google Shape;122;p20"/>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Black">
  <p:cSld name="1_Section_Black 4">
    <p:bg>
      <p:bgPr>
        <a:solidFill>
          <a:schemeClr val="lt2"/>
        </a:solidFill>
      </p:bgPr>
    </p:bg>
    <p:spTree>
      <p:nvGrpSpPr>
        <p:cNvPr id="123" name="Shape 123"/>
        <p:cNvGrpSpPr/>
        <p:nvPr/>
      </p:nvGrpSpPr>
      <p:grpSpPr>
        <a:xfrm>
          <a:off x="0" y="0"/>
          <a:ext cx="0" cy="0"/>
          <a:chOff x="0" y="0"/>
          <a:chExt cx="0" cy="0"/>
        </a:xfrm>
      </p:grpSpPr>
      <p:sp>
        <p:nvSpPr>
          <p:cNvPr id="124" name="Google Shape;124;p21"/>
          <p:cNvSpPr txBox="1"/>
          <p:nvPr/>
        </p:nvSpPr>
        <p:spPr>
          <a:xfrm>
            <a:off x="2096800" y="2001450"/>
            <a:ext cx="4668900" cy="708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t/>
            </a:r>
            <a:endParaRPr b="0" i="0" sz="4600" u="none" cap="none" strike="noStrike">
              <a:solidFill>
                <a:schemeClr val="lt1"/>
              </a:solidFill>
              <a:latin typeface="Roboto"/>
              <a:ea typeface="Roboto"/>
              <a:cs typeface="Roboto"/>
              <a:sym typeface="Roboto"/>
            </a:endParaRPr>
          </a:p>
        </p:txBody>
      </p:sp>
      <p:sp>
        <p:nvSpPr>
          <p:cNvPr id="125" name="Google Shape;125;p21"/>
          <p:cNvSpPr txBox="1"/>
          <p:nvPr>
            <p:ph idx="1" type="subTitle"/>
          </p:nvPr>
        </p:nvSpPr>
        <p:spPr>
          <a:xfrm>
            <a:off x="2095425" y="1726050"/>
            <a:ext cx="5342100" cy="1770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1000"/>
              <a:buNone/>
              <a:defRPr sz="1000">
                <a:solidFill>
                  <a:schemeClr val="dk1"/>
                </a:solidFill>
              </a:defRPr>
            </a:lvl1pPr>
            <a:lvl2pPr lvl="1" algn="l">
              <a:lnSpc>
                <a:spcPct val="115000"/>
              </a:lnSpc>
              <a:spcBef>
                <a:spcPts val="600"/>
              </a:spcBef>
              <a:spcAft>
                <a:spcPts val="0"/>
              </a:spcAft>
              <a:buClr>
                <a:schemeClr val="dk2"/>
              </a:buClr>
              <a:buSzPts val="1000"/>
              <a:buNone/>
              <a:defRPr sz="1000">
                <a:solidFill>
                  <a:schemeClr val="dk2"/>
                </a:solidFill>
              </a:defRPr>
            </a:lvl2pPr>
            <a:lvl3pPr lvl="2" algn="l">
              <a:lnSpc>
                <a:spcPct val="115000"/>
              </a:lnSpc>
              <a:spcBef>
                <a:spcPts val="600"/>
              </a:spcBef>
              <a:spcAft>
                <a:spcPts val="0"/>
              </a:spcAft>
              <a:buClr>
                <a:schemeClr val="dk2"/>
              </a:buClr>
              <a:buSzPts val="1000"/>
              <a:buNone/>
              <a:defRPr sz="1000">
                <a:solidFill>
                  <a:schemeClr val="dk2"/>
                </a:solidFill>
              </a:defRPr>
            </a:lvl3pPr>
            <a:lvl4pPr lvl="3" algn="l">
              <a:lnSpc>
                <a:spcPct val="115000"/>
              </a:lnSpc>
              <a:spcBef>
                <a:spcPts val="600"/>
              </a:spcBef>
              <a:spcAft>
                <a:spcPts val="0"/>
              </a:spcAft>
              <a:buClr>
                <a:schemeClr val="dk2"/>
              </a:buClr>
              <a:buSzPts val="1000"/>
              <a:buNone/>
              <a:defRPr>
                <a:solidFill>
                  <a:schemeClr val="dk2"/>
                </a:solidFill>
              </a:defRPr>
            </a:lvl4pPr>
            <a:lvl5pPr lvl="4" algn="l">
              <a:lnSpc>
                <a:spcPct val="115000"/>
              </a:lnSpc>
              <a:spcBef>
                <a:spcPts val="600"/>
              </a:spcBef>
              <a:spcAft>
                <a:spcPts val="0"/>
              </a:spcAft>
              <a:buClr>
                <a:schemeClr val="dk2"/>
              </a:buClr>
              <a:buSzPts val="1000"/>
              <a:buNone/>
              <a:defRPr>
                <a:solidFill>
                  <a:schemeClr val="dk2"/>
                </a:solidFill>
              </a:defRPr>
            </a:lvl5pPr>
            <a:lvl6pPr lvl="5" algn="l">
              <a:lnSpc>
                <a:spcPct val="115000"/>
              </a:lnSpc>
              <a:spcBef>
                <a:spcPts val="600"/>
              </a:spcBef>
              <a:spcAft>
                <a:spcPts val="0"/>
              </a:spcAft>
              <a:buClr>
                <a:schemeClr val="dk2"/>
              </a:buClr>
              <a:buSzPts val="1000"/>
              <a:buNone/>
              <a:defRPr>
                <a:solidFill>
                  <a:schemeClr val="dk2"/>
                </a:solidFill>
              </a:defRPr>
            </a:lvl6pPr>
            <a:lvl7pPr lvl="6" algn="l">
              <a:lnSpc>
                <a:spcPct val="115000"/>
              </a:lnSpc>
              <a:spcBef>
                <a:spcPts val="600"/>
              </a:spcBef>
              <a:spcAft>
                <a:spcPts val="0"/>
              </a:spcAft>
              <a:buClr>
                <a:schemeClr val="dk2"/>
              </a:buClr>
              <a:buSzPts val="1000"/>
              <a:buNone/>
              <a:defRPr>
                <a:solidFill>
                  <a:schemeClr val="dk2"/>
                </a:solidFill>
              </a:defRPr>
            </a:lvl7pPr>
            <a:lvl8pPr lvl="7" algn="l">
              <a:lnSpc>
                <a:spcPct val="115000"/>
              </a:lnSpc>
              <a:spcBef>
                <a:spcPts val="600"/>
              </a:spcBef>
              <a:spcAft>
                <a:spcPts val="0"/>
              </a:spcAft>
              <a:buClr>
                <a:schemeClr val="dk2"/>
              </a:buClr>
              <a:buSzPts val="1000"/>
              <a:buNone/>
              <a:defRPr>
                <a:solidFill>
                  <a:schemeClr val="dk2"/>
                </a:solidFill>
              </a:defRPr>
            </a:lvl8pPr>
            <a:lvl9pPr lvl="8" algn="l">
              <a:lnSpc>
                <a:spcPct val="115000"/>
              </a:lnSpc>
              <a:spcBef>
                <a:spcPts val="600"/>
              </a:spcBef>
              <a:spcAft>
                <a:spcPts val="600"/>
              </a:spcAft>
              <a:buClr>
                <a:schemeClr val="dk2"/>
              </a:buClr>
              <a:buSzPts val="1000"/>
              <a:buNone/>
              <a:defRPr>
                <a:solidFill>
                  <a:schemeClr val="dk2"/>
                </a:solidFill>
              </a:defRPr>
            </a:lvl9pPr>
          </a:lstStyle>
          <a:p/>
        </p:txBody>
      </p:sp>
      <p:sp>
        <p:nvSpPr>
          <p:cNvPr id="126" name="Google Shape;126;p21"/>
          <p:cNvSpPr txBox="1"/>
          <p:nvPr>
            <p:ph idx="2" type="subTitle"/>
          </p:nvPr>
        </p:nvSpPr>
        <p:spPr>
          <a:xfrm>
            <a:off x="2095325" y="2121419"/>
            <a:ext cx="5342100" cy="566400"/>
          </a:xfrm>
          <a:prstGeom prst="rect">
            <a:avLst/>
          </a:prstGeom>
          <a:noFill/>
          <a:ln>
            <a:noFill/>
          </a:ln>
        </p:spPr>
        <p:txBody>
          <a:bodyPr anchorCtr="0" anchor="t" bIns="0" lIns="0" spcFirstLastPara="1" rIns="0" wrap="square" tIns="0">
            <a:spAutoFit/>
          </a:bodyPr>
          <a:lstStyle>
            <a:lvl1pPr lvl="0" algn="l">
              <a:lnSpc>
                <a:spcPct val="80000"/>
              </a:lnSpc>
              <a:spcBef>
                <a:spcPts val="0"/>
              </a:spcBef>
              <a:spcAft>
                <a:spcPts val="0"/>
              </a:spcAft>
              <a:buClr>
                <a:schemeClr val="dk2"/>
              </a:buClr>
              <a:buSzPts val="4600"/>
              <a:buFont typeface="Roboto Light"/>
              <a:buNone/>
              <a:defRPr sz="4600">
                <a:solidFill>
                  <a:schemeClr val="dk1"/>
                </a:solidFill>
                <a:latin typeface="Roboto"/>
                <a:ea typeface="Roboto"/>
                <a:cs typeface="Roboto"/>
                <a:sym typeface="Roboto"/>
              </a:defRPr>
            </a:lvl1pPr>
            <a:lvl2pPr lvl="1"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2pPr>
            <a:lvl3pPr lvl="2"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3pPr>
            <a:lvl4pPr lvl="3"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4pPr>
            <a:lvl5pPr lvl="4"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5pPr>
            <a:lvl6pPr lvl="5"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6pPr>
            <a:lvl7pPr lvl="6"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7pPr>
            <a:lvl8pPr lvl="7"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8pPr>
            <a:lvl9pPr lvl="8" algn="l">
              <a:lnSpc>
                <a:spcPct val="100000"/>
              </a:lnSpc>
              <a:spcBef>
                <a:spcPts val="600"/>
              </a:spcBef>
              <a:spcAft>
                <a:spcPts val="600"/>
              </a:spcAft>
              <a:buClr>
                <a:schemeClr val="dk2"/>
              </a:buClr>
              <a:buSzPts val="4600"/>
              <a:buFont typeface="Roboto Light"/>
              <a:buNone/>
              <a:defRPr sz="4600">
                <a:solidFill>
                  <a:schemeClr val="dk2"/>
                </a:solidFill>
                <a:latin typeface="Roboto"/>
                <a:ea typeface="Roboto"/>
                <a:cs typeface="Roboto"/>
                <a:sym typeface="Roboto"/>
              </a:defRPr>
            </a:lvl9pPr>
          </a:lstStyle>
          <a:p/>
        </p:txBody>
      </p:sp>
      <p:cxnSp>
        <p:nvCxnSpPr>
          <p:cNvPr id="127" name="Google Shape;127;p21"/>
          <p:cNvCxnSpPr/>
          <p:nvPr/>
        </p:nvCxnSpPr>
        <p:spPr>
          <a:xfrm>
            <a:off x="2095425" y="15600"/>
            <a:ext cx="0" cy="5127900"/>
          </a:xfrm>
          <a:prstGeom prst="straightConnector1">
            <a:avLst/>
          </a:prstGeom>
          <a:noFill/>
          <a:ln cap="flat" cmpd="sng" w="9525">
            <a:solidFill>
              <a:schemeClr val="accent5"/>
            </a:solidFill>
            <a:prstDash val="solid"/>
            <a:round/>
            <a:headEnd len="sm" w="sm" type="none"/>
            <a:tailEnd len="sm" w="sm" type="none"/>
          </a:ln>
        </p:spPr>
      </p:cxnSp>
      <p:sp>
        <p:nvSpPr>
          <p:cNvPr id="128" name="Google Shape;128;p21"/>
          <p:cNvSpPr/>
          <p:nvPr/>
        </p:nvSpPr>
        <p:spPr>
          <a:xfrm rot="5400000">
            <a:off x="-1227900" y="-749250"/>
            <a:ext cx="3322500" cy="3326700"/>
          </a:xfrm>
          <a:prstGeom prst="arc">
            <a:avLst>
              <a:gd fmla="val 16200000" name="adj1"/>
              <a:gd fmla="val 2140711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9" name="Google Shape;129;p21"/>
          <p:cNvCxnSpPr/>
          <p:nvPr/>
        </p:nvCxnSpPr>
        <p:spPr>
          <a:xfrm rot="10800000">
            <a:off x="7425" y="2571750"/>
            <a:ext cx="2095800" cy="0"/>
          </a:xfrm>
          <a:prstGeom prst="straightConnector1">
            <a:avLst/>
          </a:prstGeom>
          <a:noFill/>
          <a:ln cap="flat" cmpd="sng" w="9525">
            <a:solidFill>
              <a:schemeClr val="accent5"/>
            </a:solidFill>
            <a:prstDash val="solid"/>
            <a:round/>
            <a:headEnd len="sm" w="sm" type="none"/>
            <a:tailEnd len="sm" w="sm" type="none"/>
          </a:ln>
        </p:spPr>
      </p:cxnSp>
      <p:pic>
        <p:nvPicPr>
          <p:cNvPr id="130" name="Google Shape;130;p21"/>
          <p:cNvPicPr preferRelativeResize="0"/>
          <p:nvPr/>
        </p:nvPicPr>
        <p:blipFill>
          <a:blip r:embed="rId2">
            <a:alphaModFix/>
          </a:blip>
          <a:stretch>
            <a:fillRect/>
          </a:stretch>
        </p:blipFill>
        <p:spPr>
          <a:xfrm>
            <a:off x="303225" y="303225"/>
            <a:ext cx="1387351" cy="20982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Beige">
  <p:cSld name="SECTION_HEADER_3 copy 1_2_1_1_2">
    <p:bg>
      <p:bgPr>
        <a:solidFill>
          <a:schemeClr val="lt2"/>
        </a:solidFill>
      </p:bgPr>
    </p:bg>
    <p:spTree>
      <p:nvGrpSpPr>
        <p:cNvPr id="131" name="Shape 131"/>
        <p:cNvGrpSpPr/>
        <p:nvPr/>
      </p:nvGrpSpPr>
      <p:grpSpPr>
        <a:xfrm>
          <a:off x="0" y="0"/>
          <a:ext cx="0" cy="0"/>
          <a:chOff x="0" y="0"/>
          <a:chExt cx="0" cy="0"/>
        </a:xfrm>
      </p:grpSpPr>
      <p:pic>
        <p:nvPicPr>
          <p:cNvPr id="132" name="Google Shape;132;p22"/>
          <p:cNvPicPr preferRelativeResize="0"/>
          <p:nvPr/>
        </p:nvPicPr>
        <p:blipFill>
          <a:blip r:embed="rId2">
            <a:alphaModFix/>
          </a:blip>
          <a:stretch>
            <a:fillRect/>
          </a:stretch>
        </p:blipFill>
        <p:spPr>
          <a:xfrm>
            <a:off x="303225" y="303225"/>
            <a:ext cx="1387351" cy="209825"/>
          </a:xfrm>
          <a:prstGeom prst="rect">
            <a:avLst/>
          </a:prstGeom>
          <a:noFill/>
          <a:ln>
            <a:noFill/>
          </a:ln>
        </p:spPr>
      </p:pic>
      <p:sp>
        <p:nvSpPr>
          <p:cNvPr id="133" name="Google Shape;133;p22"/>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Black">
  <p:cSld name="SECTION_HEADER_3 copy 1_1_3_1_1_1">
    <p:bg>
      <p:bgPr>
        <a:solidFill>
          <a:srgbClr val="1B1B1B"/>
        </a:solidFill>
      </p:bgPr>
    </p:bg>
    <p:spTree>
      <p:nvGrpSpPr>
        <p:cNvPr id="134" name="Shape 134"/>
        <p:cNvGrpSpPr/>
        <p:nvPr/>
      </p:nvGrpSpPr>
      <p:grpSpPr>
        <a:xfrm>
          <a:off x="0" y="0"/>
          <a:ext cx="0" cy="0"/>
          <a:chOff x="0" y="0"/>
          <a:chExt cx="0" cy="0"/>
        </a:xfrm>
      </p:grpSpPr>
      <p:cxnSp>
        <p:nvCxnSpPr>
          <p:cNvPr id="135" name="Google Shape;135;p23"/>
          <p:cNvCxnSpPr/>
          <p:nvPr/>
        </p:nvCxnSpPr>
        <p:spPr>
          <a:xfrm>
            <a:off x="2095425" y="15600"/>
            <a:ext cx="0" cy="5127900"/>
          </a:xfrm>
          <a:prstGeom prst="straightConnector1">
            <a:avLst/>
          </a:prstGeom>
          <a:noFill/>
          <a:ln cap="flat" cmpd="sng" w="9525">
            <a:solidFill>
              <a:srgbClr val="2C2C2C"/>
            </a:solidFill>
            <a:prstDash val="solid"/>
            <a:round/>
            <a:headEnd len="sm" w="sm" type="none"/>
            <a:tailEnd len="sm" w="sm" type="none"/>
          </a:ln>
        </p:spPr>
      </p:cxnSp>
      <p:cxnSp>
        <p:nvCxnSpPr>
          <p:cNvPr id="136" name="Google Shape;136;p23"/>
          <p:cNvCxnSpPr/>
          <p:nvPr/>
        </p:nvCxnSpPr>
        <p:spPr>
          <a:xfrm rot="10800000">
            <a:off x="7425" y="2571750"/>
            <a:ext cx="2095800" cy="0"/>
          </a:xfrm>
          <a:prstGeom prst="straightConnector1">
            <a:avLst/>
          </a:prstGeom>
          <a:noFill/>
          <a:ln cap="flat" cmpd="sng" w="9525">
            <a:solidFill>
              <a:srgbClr val="2C2C2C"/>
            </a:solidFill>
            <a:prstDash val="solid"/>
            <a:round/>
            <a:headEnd len="sm" w="sm" type="none"/>
            <a:tailEnd len="sm" w="sm" type="none"/>
          </a:ln>
        </p:spPr>
      </p:cxnSp>
      <p:sp>
        <p:nvSpPr>
          <p:cNvPr id="137" name="Google Shape;137;p23"/>
          <p:cNvSpPr/>
          <p:nvPr/>
        </p:nvSpPr>
        <p:spPr>
          <a:xfrm rot="5400000">
            <a:off x="-1227900" y="-749250"/>
            <a:ext cx="3322500" cy="3326700"/>
          </a:xfrm>
          <a:prstGeom prst="arc">
            <a:avLst>
              <a:gd fmla="val 16200000" name="adj1"/>
              <a:gd fmla="val 21407113" name="adj2"/>
            </a:avLst>
          </a:prstGeom>
          <a:noFill/>
          <a:ln cap="flat" cmpd="sng" w="9525">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3"/>
          <p:cNvSpPr txBox="1"/>
          <p:nvPr/>
        </p:nvSpPr>
        <p:spPr>
          <a:xfrm>
            <a:off x="2096800" y="2001450"/>
            <a:ext cx="4668900" cy="708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t/>
            </a:r>
            <a:endParaRPr b="0" i="0" sz="4600" u="none" cap="none" strike="noStrike">
              <a:solidFill>
                <a:schemeClr val="lt1"/>
              </a:solidFill>
              <a:latin typeface="Roboto"/>
              <a:ea typeface="Roboto"/>
              <a:cs typeface="Roboto"/>
              <a:sym typeface="Roboto"/>
            </a:endParaRPr>
          </a:p>
        </p:txBody>
      </p:sp>
      <p:sp>
        <p:nvSpPr>
          <p:cNvPr id="139" name="Google Shape;139;p23"/>
          <p:cNvSpPr txBox="1"/>
          <p:nvPr>
            <p:ph idx="1" type="subTitle"/>
          </p:nvPr>
        </p:nvSpPr>
        <p:spPr>
          <a:xfrm>
            <a:off x="2095425" y="1726050"/>
            <a:ext cx="5342100" cy="1539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1000"/>
              <a:buNone/>
              <a:defRPr sz="1000">
                <a:solidFill>
                  <a:schemeClr val="dk2"/>
                </a:solidFill>
              </a:defRPr>
            </a:lvl1pPr>
            <a:lvl2pPr lvl="1" algn="l">
              <a:lnSpc>
                <a:spcPct val="115000"/>
              </a:lnSpc>
              <a:spcBef>
                <a:spcPts val="600"/>
              </a:spcBef>
              <a:spcAft>
                <a:spcPts val="0"/>
              </a:spcAft>
              <a:buClr>
                <a:schemeClr val="dk2"/>
              </a:buClr>
              <a:buSzPts val="1000"/>
              <a:buNone/>
              <a:defRPr sz="1000">
                <a:solidFill>
                  <a:schemeClr val="dk2"/>
                </a:solidFill>
              </a:defRPr>
            </a:lvl2pPr>
            <a:lvl3pPr lvl="2" algn="l">
              <a:lnSpc>
                <a:spcPct val="115000"/>
              </a:lnSpc>
              <a:spcBef>
                <a:spcPts val="600"/>
              </a:spcBef>
              <a:spcAft>
                <a:spcPts val="0"/>
              </a:spcAft>
              <a:buClr>
                <a:schemeClr val="dk2"/>
              </a:buClr>
              <a:buSzPts val="1000"/>
              <a:buNone/>
              <a:defRPr sz="1000">
                <a:solidFill>
                  <a:schemeClr val="dk2"/>
                </a:solidFill>
              </a:defRPr>
            </a:lvl3pPr>
            <a:lvl4pPr lvl="3" algn="l">
              <a:lnSpc>
                <a:spcPct val="115000"/>
              </a:lnSpc>
              <a:spcBef>
                <a:spcPts val="600"/>
              </a:spcBef>
              <a:spcAft>
                <a:spcPts val="0"/>
              </a:spcAft>
              <a:buClr>
                <a:schemeClr val="dk2"/>
              </a:buClr>
              <a:buSzPts val="1000"/>
              <a:buNone/>
              <a:defRPr>
                <a:solidFill>
                  <a:schemeClr val="dk2"/>
                </a:solidFill>
              </a:defRPr>
            </a:lvl4pPr>
            <a:lvl5pPr lvl="4" algn="l">
              <a:lnSpc>
                <a:spcPct val="115000"/>
              </a:lnSpc>
              <a:spcBef>
                <a:spcPts val="600"/>
              </a:spcBef>
              <a:spcAft>
                <a:spcPts val="0"/>
              </a:spcAft>
              <a:buClr>
                <a:schemeClr val="dk2"/>
              </a:buClr>
              <a:buSzPts val="1000"/>
              <a:buNone/>
              <a:defRPr>
                <a:solidFill>
                  <a:schemeClr val="dk2"/>
                </a:solidFill>
              </a:defRPr>
            </a:lvl5pPr>
            <a:lvl6pPr lvl="5" algn="l">
              <a:lnSpc>
                <a:spcPct val="115000"/>
              </a:lnSpc>
              <a:spcBef>
                <a:spcPts val="600"/>
              </a:spcBef>
              <a:spcAft>
                <a:spcPts val="0"/>
              </a:spcAft>
              <a:buClr>
                <a:schemeClr val="dk2"/>
              </a:buClr>
              <a:buSzPts val="1000"/>
              <a:buNone/>
              <a:defRPr>
                <a:solidFill>
                  <a:schemeClr val="dk2"/>
                </a:solidFill>
              </a:defRPr>
            </a:lvl6pPr>
            <a:lvl7pPr lvl="6" algn="l">
              <a:lnSpc>
                <a:spcPct val="115000"/>
              </a:lnSpc>
              <a:spcBef>
                <a:spcPts val="600"/>
              </a:spcBef>
              <a:spcAft>
                <a:spcPts val="0"/>
              </a:spcAft>
              <a:buClr>
                <a:schemeClr val="dk2"/>
              </a:buClr>
              <a:buSzPts val="1000"/>
              <a:buNone/>
              <a:defRPr>
                <a:solidFill>
                  <a:schemeClr val="dk2"/>
                </a:solidFill>
              </a:defRPr>
            </a:lvl7pPr>
            <a:lvl8pPr lvl="7" algn="l">
              <a:lnSpc>
                <a:spcPct val="115000"/>
              </a:lnSpc>
              <a:spcBef>
                <a:spcPts val="600"/>
              </a:spcBef>
              <a:spcAft>
                <a:spcPts val="0"/>
              </a:spcAft>
              <a:buClr>
                <a:schemeClr val="dk2"/>
              </a:buClr>
              <a:buSzPts val="1000"/>
              <a:buNone/>
              <a:defRPr>
                <a:solidFill>
                  <a:schemeClr val="dk2"/>
                </a:solidFill>
              </a:defRPr>
            </a:lvl8pPr>
            <a:lvl9pPr lvl="8" algn="l">
              <a:lnSpc>
                <a:spcPct val="115000"/>
              </a:lnSpc>
              <a:spcBef>
                <a:spcPts val="600"/>
              </a:spcBef>
              <a:spcAft>
                <a:spcPts val="600"/>
              </a:spcAft>
              <a:buClr>
                <a:schemeClr val="dk2"/>
              </a:buClr>
              <a:buSzPts val="1000"/>
              <a:buNone/>
              <a:defRPr>
                <a:solidFill>
                  <a:schemeClr val="dk2"/>
                </a:solidFill>
              </a:defRPr>
            </a:lvl9pPr>
          </a:lstStyle>
          <a:p/>
        </p:txBody>
      </p:sp>
      <p:sp>
        <p:nvSpPr>
          <p:cNvPr id="140" name="Google Shape;140;p23"/>
          <p:cNvSpPr txBox="1"/>
          <p:nvPr>
            <p:ph idx="2" type="subTitle"/>
          </p:nvPr>
        </p:nvSpPr>
        <p:spPr>
          <a:xfrm>
            <a:off x="2095325" y="2121419"/>
            <a:ext cx="5342100" cy="1726200"/>
          </a:xfrm>
          <a:prstGeom prst="rect">
            <a:avLst/>
          </a:prstGeom>
          <a:noFill/>
          <a:ln>
            <a:noFill/>
          </a:ln>
        </p:spPr>
        <p:txBody>
          <a:bodyPr anchorCtr="0" anchor="t" bIns="0" lIns="0" spcFirstLastPara="1" rIns="0" wrap="square" tIns="0">
            <a:spAutoFit/>
          </a:bodyPr>
          <a:lstStyle>
            <a:lvl1pPr lvl="0" algn="l">
              <a:lnSpc>
                <a:spcPct val="80000"/>
              </a:lnSpc>
              <a:spcBef>
                <a:spcPts val="0"/>
              </a:spcBef>
              <a:spcAft>
                <a:spcPts val="0"/>
              </a:spcAft>
              <a:buClr>
                <a:schemeClr val="dk2"/>
              </a:buClr>
              <a:buSzPts val="4600"/>
              <a:buFont typeface="Roboto Light"/>
              <a:buNone/>
              <a:defRPr sz="4600">
                <a:solidFill>
                  <a:schemeClr val="dk2"/>
                </a:solidFill>
                <a:latin typeface="Roboto"/>
                <a:ea typeface="Roboto"/>
                <a:cs typeface="Roboto"/>
                <a:sym typeface="Roboto"/>
              </a:defRPr>
            </a:lvl1pPr>
            <a:lvl2pPr lvl="1"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2pPr>
            <a:lvl3pPr lvl="2"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3pPr>
            <a:lvl4pPr lvl="3"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4pPr>
            <a:lvl5pPr lvl="4"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5pPr>
            <a:lvl6pPr lvl="5"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6pPr>
            <a:lvl7pPr lvl="6"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7pPr>
            <a:lvl8pPr lvl="7" algn="l">
              <a:lnSpc>
                <a:spcPct val="100000"/>
              </a:lnSpc>
              <a:spcBef>
                <a:spcPts val="600"/>
              </a:spcBef>
              <a:spcAft>
                <a:spcPts val="0"/>
              </a:spcAft>
              <a:buClr>
                <a:schemeClr val="dk2"/>
              </a:buClr>
              <a:buSzPts val="4600"/>
              <a:buFont typeface="Roboto Light"/>
              <a:buNone/>
              <a:defRPr sz="4600">
                <a:solidFill>
                  <a:schemeClr val="dk2"/>
                </a:solidFill>
                <a:latin typeface="Roboto"/>
                <a:ea typeface="Roboto"/>
                <a:cs typeface="Roboto"/>
                <a:sym typeface="Roboto"/>
              </a:defRPr>
            </a:lvl8pPr>
            <a:lvl9pPr lvl="8" algn="l">
              <a:lnSpc>
                <a:spcPct val="100000"/>
              </a:lnSpc>
              <a:spcBef>
                <a:spcPts val="600"/>
              </a:spcBef>
              <a:spcAft>
                <a:spcPts val="600"/>
              </a:spcAft>
              <a:buClr>
                <a:schemeClr val="dk2"/>
              </a:buClr>
              <a:buSzPts val="4600"/>
              <a:buFont typeface="Roboto Light"/>
              <a:buNone/>
              <a:defRPr sz="4600">
                <a:solidFill>
                  <a:schemeClr val="dk2"/>
                </a:solidFill>
                <a:latin typeface="Roboto"/>
                <a:ea typeface="Roboto"/>
                <a:cs typeface="Roboto"/>
                <a:sym typeface="Roboto"/>
              </a:defRPr>
            </a:lvl9pPr>
          </a:lstStyle>
          <a:p/>
        </p:txBody>
      </p:sp>
      <p:pic>
        <p:nvPicPr>
          <p:cNvPr id="141" name="Google Shape;141;p23"/>
          <p:cNvPicPr preferRelativeResize="0"/>
          <p:nvPr/>
        </p:nvPicPr>
        <p:blipFill>
          <a:blip r:embed="rId2">
            <a:alphaModFix/>
          </a:blip>
          <a:stretch>
            <a:fillRect/>
          </a:stretch>
        </p:blipFill>
        <p:spPr>
          <a:xfrm>
            <a:off x="303225" y="303225"/>
            <a:ext cx="1387351" cy="20982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SECTION_HEADER_3 copy 1_1_3_1_1_1_1">
    <p:bg>
      <p:bgPr>
        <a:solidFill>
          <a:srgbClr val="1B1B1B"/>
        </a:solidFill>
      </p:bgPr>
    </p:bg>
    <p:spTree>
      <p:nvGrpSpPr>
        <p:cNvPr id="142" name="Shape 142"/>
        <p:cNvGrpSpPr/>
        <p:nvPr/>
      </p:nvGrpSpPr>
      <p:grpSpPr>
        <a:xfrm>
          <a:off x="0" y="0"/>
          <a:ext cx="0" cy="0"/>
          <a:chOff x="0" y="0"/>
          <a:chExt cx="0" cy="0"/>
        </a:xfrm>
      </p:grpSpPr>
      <p:pic>
        <p:nvPicPr>
          <p:cNvPr id="143" name="Google Shape;143;p24"/>
          <p:cNvPicPr preferRelativeResize="0"/>
          <p:nvPr/>
        </p:nvPicPr>
        <p:blipFill rotWithShape="1">
          <a:blip r:embed="rId2">
            <a:alphaModFix/>
          </a:blip>
          <a:srcRect b="0" l="0" r="0" t="0"/>
          <a:stretch/>
        </p:blipFill>
        <p:spPr>
          <a:xfrm>
            <a:off x="0" y="0"/>
            <a:ext cx="9144004" cy="5171700"/>
          </a:xfrm>
          <a:prstGeom prst="rect">
            <a:avLst/>
          </a:prstGeom>
          <a:noFill/>
          <a:ln>
            <a:noFill/>
          </a:ln>
        </p:spPr>
      </p:pic>
      <p:sp>
        <p:nvSpPr>
          <p:cNvPr id="144" name="Google Shape;144;p24"/>
          <p:cNvSpPr/>
          <p:nvPr/>
        </p:nvSpPr>
        <p:spPr>
          <a:xfrm>
            <a:off x="0" y="-14100"/>
            <a:ext cx="9144000" cy="5171700"/>
          </a:xfrm>
          <a:prstGeom prst="rect">
            <a:avLst/>
          </a:prstGeom>
          <a:solidFill>
            <a:srgbClr val="000000">
              <a:alpha val="7922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4"/>
          <p:cNvSpPr txBox="1"/>
          <p:nvPr>
            <p:ph idx="1" type="subTitle"/>
          </p:nvPr>
        </p:nvSpPr>
        <p:spPr>
          <a:xfrm>
            <a:off x="629700" y="2217905"/>
            <a:ext cx="7884600" cy="920400"/>
          </a:xfrm>
          <a:prstGeom prst="rect">
            <a:avLst/>
          </a:prstGeom>
          <a:noFill/>
          <a:ln>
            <a:noFill/>
          </a:ln>
        </p:spPr>
        <p:txBody>
          <a:bodyPr anchorCtr="0" anchor="t" bIns="0" lIns="0" spcFirstLastPara="1" rIns="0" wrap="square" tIns="0">
            <a:spAutoFit/>
          </a:bodyPr>
          <a:lstStyle>
            <a:lvl1pPr lvl="0" algn="ctr">
              <a:lnSpc>
                <a:spcPct val="80000"/>
              </a:lnSpc>
              <a:spcBef>
                <a:spcPts val="0"/>
              </a:spcBef>
              <a:spcAft>
                <a:spcPts val="0"/>
              </a:spcAft>
              <a:buClr>
                <a:schemeClr val="dk2"/>
              </a:buClr>
              <a:buSzPts val="3600"/>
              <a:buFont typeface="Roboto Medium"/>
              <a:buNone/>
              <a:defRPr sz="3600">
                <a:solidFill>
                  <a:schemeClr val="dk2"/>
                </a:solidFill>
                <a:latin typeface="Roboto"/>
                <a:ea typeface="Roboto"/>
                <a:cs typeface="Roboto"/>
                <a:sym typeface="Roboto"/>
              </a:defRPr>
            </a:lvl1pPr>
            <a:lvl2pPr lvl="1"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2pPr>
            <a:lvl3pPr lvl="2"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3pPr>
            <a:lvl4pPr lvl="3"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4pPr>
            <a:lvl5pPr lvl="4"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5pPr>
            <a:lvl6pPr lvl="5"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6pPr>
            <a:lvl7pPr lvl="6"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7pPr>
            <a:lvl8pPr lvl="7"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8pPr>
            <a:lvl9pPr lvl="8" algn="ctr">
              <a:lnSpc>
                <a:spcPct val="100000"/>
              </a:lnSpc>
              <a:spcBef>
                <a:spcPts val="600"/>
              </a:spcBef>
              <a:spcAft>
                <a:spcPts val="600"/>
              </a:spcAft>
              <a:buClr>
                <a:schemeClr val="dk2"/>
              </a:buClr>
              <a:buSzPts val="3600"/>
              <a:buFont typeface="Roboto Medium"/>
              <a:buNone/>
              <a:defRPr sz="3600">
                <a:solidFill>
                  <a:schemeClr val="dk2"/>
                </a:solidFill>
                <a:latin typeface="Roboto"/>
                <a:ea typeface="Roboto"/>
                <a:cs typeface="Roboto"/>
                <a:sym typeface="Roboto"/>
              </a:defRPr>
            </a:lvl9pPr>
          </a:lstStyle>
          <a:p/>
        </p:txBody>
      </p:sp>
      <p:sp>
        <p:nvSpPr>
          <p:cNvPr id="146" name="Google Shape;146;p24"/>
          <p:cNvSpPr txBox="1"/>
          <p:nvPr>
            <p:ph idx="2" type="subTitle"/>
          </p:nvPr>
        </p:nvSpPr>
        <p:spPr>
          <a:xfrm>
            <a:off x="1900950" y="3321497"/>
            <a:ext cx="5342100" cy="9705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dk2"/>
              </a:buClr>
              <a:buSzPts val="1600"/>
              <a:buNone/>
              <a:defRPr sz="1600">
                <a:solidFill>
                  <a:schemeClr val="dk2"/>
                </a:solidFill>
              </a:defRPr>
            </a:lvl1pPr>
            <a:lvl2pPr lvl="1" algn="ctr">
              <a:lnSpc>
                <a:spcPct val="115000"/>
              </a:lnSpc>
              <a:spcBef>
                <a:spcPts val="600"/>
              </a:spcBef>
              <a:spcAft>
                <a:spcPts val="0"/>
              </a:spcAft>
              <a:buClr>
                <a:schemeClr val="dk2"/>
              </a:buClr>
              <a:buSzPts val="1600"/>
              <a:buNone/>
              <a:defRPr sz="1600">
                <a:solidFill>
                  <a:schemeClr val="dk2"/>
                </a:solidFill>
              </a:defRPr>
            </a:lvl2pPr>
            <a:lvl3pPr lvl="2" algn="ctr">
              <a:lnSpc>
                <a:spcPct val="115000"/>
              </a:lnSpc>
              <a:spcBef>
                <a:spcPts val="600"/>
              </a:spcBef>
              <a:spcAft>
                <a:spcPts val="0"/>
              </a:spcAft>
              <a:buClr>
                <a:schemeClr val="dk2"/>
              </a:buClr>
              <a:buSzPts val="1600"/>
              <a:buNone/>
              <a:defRPr sz="1600">
                <a:solidFill>
                  <a:schemeClr val="dk2"/>
                </a:solidFill>
              </a:defRPr>
            </a:lvl3pPr>
            <a:lvl4pPr lvl="3" algn="ctr">
              <a:lnSpc>
                <a:spcPct val="115000"/>
              </a:lnSpc>
              <a:spcBef>
                <a:spcPts val="600"/>
              </a:spcBef>
              <a:spcAft>
                <a:spcPts val="0"/>
              </a:spcAft>
              <a:buClr>
                <a:schemeClr val="dk2"/>
              </a:buClr>
              <a:buSzPts val="1600"/>
              <a:buNone/>
              <a:defRPr sz="1600">
                <a:solidFill>
                  <a:schemeClr val="dk2"/>
                </a:solidFill>
              </a:defRPr>
            </a:lvl4pPr>
            <a:lvl5pPr lvl="4" algn="ctr">
              <a:lnSpc>
                <a:spcPct val="115000"/>
              </a:lnSpc>
              <a:spcBef>
                <a:spcPts val="600"/>
              </a:spcBef>
              <a:spcAft>
                <a:spcPts val="0"/>
              </a:spcAft>
              <a:buClr>
                <a:schemeClr val="dk2"/>
              </a:buClr>
              <a:buSzPts val="1600"/>
              <a:buNone/>
              <a:defRPr sz="1600">
                <a:solidFill>
                  <a:schemeClr val="dk2"/>
                </a:solidFill>
              </a:defRPr>
            </a:lvl5pPr>
            <a:lvl6pPr lvl="5" algn="ctr">
              <a:lnSpc>
                <a:spcPct val="115000"/>
              </a:lnSpc>
              <a:spcBef>
                <a:spcPts val="600"/>
              </a:spcBef>
              <a:spcAft>
                <a:spcPts val="0"/>
              </a:spcAft>
              <a:buClr>
                <a:schemeClr val="dk2"/>
              </a:buClr>
              <a:buSzPts val="1600"/>
              <a:buNone/>
              <a:defRPr sz="1600">
                <a:solidFill>
                  <a:schemeClr val="dk2"/>
                </a:solidFill>
              </a:defRPr>
            </a:lvl6pPr>
            <a:lvl7pPr lvl="6" algn="ctr">
              <a:lnSpc>
                <a:spcPct val="115000"/>
              </a:lnSpc>
              <a:spcBef>
                <a:spcPts val="600"/>
              </a:spcBef>
              <a:spcAft>
                <a:spcPts val="0"/>
              </a:spcAft>
              <a:buClr>
                <a:schemeClr val="dk2"/>
              </a:buClr>
              <a:buSzPts val="1600"/>
              <a:buNone/>
              <a:defRPr sz="1600">
                <a:solidFill>
                  <a:schemeClr val="dk2"/>
                </a:solidFill>
              </a:defRPr>
            </a:lvl7pPr>
            <a:lvl8pPr lvl="7" algn="ctr">
              <a:lnSpc>
                <a:spcPct val="115000"/>
              </a:lnSpc>
              <a:spcBef>
                <a:spcPts val="600"/>
              </a:spcBef>
              <a:spcAft>
                <a:spcPts val="0"/>
              </a:spcAft>
              <a:buClr>
                <a:schemeClr val="dk2"/>
              </a:buClr>
              <a:buSzPts val="1600"/>
              <a:buNone/>
              <a:defRPr sz="1600">
                <a:solidFill>
                  <a:schemeClr val="dk2"/>
                </a:solidFill>
              </a:defRPr>
            </a:lvl8pPr>
            <a:lvl9pPr lvl="8" algn="ctr">
              <a:lnSpc>
                <a:spcPct val="115000"/>
              </a:lnSpc>
              <a:spcBef>
                <a:spcPts val="600"/>
              </a:spcBef>
              <a:spcAft>
                <a:spcPts val="600"/>
              </a:spcAft>
              <a:buClr>
                <a:schemeClr val="dk2"/>
              </a:buClr>
              <a:buSzPts val="1600"/>
              <a:buNone/>
              <a:defRPr sz="1600">
                <a:solidFill>
                  <a:schemeClr val="dk2"/>
                </a:solidFill>
              </a:defRPr>
            </a:lvl9pPr>
          </a:lstStyle>
          <a:p/>
        </p:txBody>
      </p:sp>
      <p:pic>
        <p:nvPicPr>
          <p:cNvPr id="147" name="Google Shape;147;p24"/>
          <p:cNvPicPr preferRelativeResize="0"/>
          <p:nvPr/>
        </p:nvPicPr>
        <p:blipFill>
          <a:blip r:embed="rId3">
            <a:alphaModFix/>
          </a:blip>
          <a:stretch>
            <a:fillRect/>
          </a:stretch>
        </p:blipFill>
        <p:spPr>
          <a:xfrm>
            <a:off x="303225" y="303225"/>
            <a:ext cx="1387351" cy="209825"/>
          </a:xfrm>
          <a:prstGeom prst="rect">
            <a:avLst/>
          </a:prstGeom>
          <a:noFill/>
          <a:ln>
            <a:noFill/>
          </a:ln>
        </p:spPr>
      </p:pic>
      <p:pic>
        <p:nvPicPr>
          <p:cNvPr id="148" name="Google Shape;148;p24"/>
          <p:cNvPicPr preferRelativeResize="0"/>
          <p:nvPr/>
        </p:nvPicPr>
        <p:blipFill>
          <a:blip r:embed="rId4">
            <a:alphaModFix/>
          </a:blip>
          <a:stretch>
            <a:fillRect/>
          </a:stretch>
        </p:blipFill>
        <p:spPr>
          <a:xfrm>
            <a:off x="7280125" y="392400"/>
            <a:ext cx="1560673" cy="6105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with contact">
  <p:cSld name="SECTION_HEADER_3 copy 1_1_3_1_1_1_1_1">
    <p:bg>
      <p:bgPr>
        <a:blipFill>
          <a:blip r:embed="rId2">
            <a:alphaModFix/>
          </a:blip>
          <a:stretch>
            <a:fillRect/>
          </a:stretch>
        </a:blipFill>
      </p:bgPr>
    </p:bg>
    <p:spTree>
      <p:nvGrpSpPr>
        <p:cNvPr id="149" name="Shape 149"/>
        <p:cNvGrpSpPr/>
        <p:nvPr/>
      </p:nvGrpSpPr>
      <p:grpSpPr>
        <a:xfrm>
          <a:off x="0" y="0"/>
          <a:ext cx="0" cy="0"/>
          <a:chOff x="0" y="0"/>
          <a:chExt cx="0" cy="0"/>
        </a:xfrm>
      </p:grpSpPr>
      <p:pic>
        <p:nvPicPr>
          <p:cNvPr id="150" name="Google Shape;150;p25"/>
          <p:cNvPicPr preferRelativeResize="0"/>
          <p:nvPr/>
        </p:nvPicPr>
        <p:blipFill rotWithShape="1">
          <a:blip r:embed="rId3">
            <a:alphaModFix/>
          </a:blip>
          <a:srcRect b="0" l="0" r="0" t="0"/>
          <a:stretch/>
        </p:blipFill>
        <p:spPr>
          <a:xfrm>
            <a:off x="0" y="0"/>
            <a:ext cx="9144004" cy="5171700"/>
          </a:xfrm>
          <a:prstGeom prst="rect">
            <a:avLst/>
          </a:prstGeom>
          <a:noFill/>
          <a:ln>
            <a:noFill/>
          </a:ln>
        </p:spPr>
      </p:pic>
      <p:sp>
        <p:nvSpPr>
          <p:cNvPr id="151" name="Google Shape;151;p25"/>
          <p:cNvSpPr/>
          <p:nvPr/>
        </p:nvSpPr>
        <p:spPr>
          <a:xfrm>
            <a:off x="0" y="-14100"/>
            <a:ext cx="9144000" cy="5171700"/>
          </a:xfrm>
          <a:prstGeom prst="rect">
            <a:avLst/>
          </a:prstGeom>
          <a:solidFill>
            <a:srgbClr val="000000">
              <a:alpha val="8941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2" name="Google Shape;152;p25"/>
          <p:cNvPicPr preferRelativeResize="0"/>
          <p:nvPr/>
        </p:nvPicPr>
        <p:blipFill rotWithShape="1">
          <a:blip r:embed="rId4">
            <a:alphaModFix/>
          </a:blip>
          <a:srcRect b="0" l="0" r="0" t="0"/>
          <a:stretch/>
        </p:blipFill>
        <p:spPr>
          <a:xfrm>
            <a:off x="302550" y="4639975"/>
            <a:ext cx="1540075" cy="233525"/>
          </a:xfrm>
          <a:prstGeom prst="rect">
            <a:avLst/>
          </a:prstGeom>
          <a:noFill/>
          <a:ln>
            <a:noFill/>
          </a:ln>
        </p:spPr>
      </p:pic>
      <p:sp>
        <p:nvSpPr>
          <p:cNvPr id="153" name="Google Shape;153;p25"/>
          <p:cNvSpPr txBox="1"/>
          <p:nvPr>
            <p:ph idx="1" type="subTitle"/>
          </p:nvPr>
        </p:nvSpPr>
        <p:spPr>
          <a:xfrm>
            <a:off x="629700" y="2217905"/>
            <a:ext cx="7884600" cy="920400"/>
          </a:xfrm>
          <a:prstGeom prst="rect">
            <a:avLst/>
          </a:prstGeom>
          <a:noFill/>
          <a:ln>
            <a:noFill/>
          </a:ln>
        </p:spPr>
        <p:txBody>
          <a:bodyPr anchorCtr="0" anchor="t" bIns="0" lIns="0" spcFirstLastPara="1" rIns="0" wrap="square" tIns="0">
            <a:spAutoFit/>
          </a:bodyPr>
          <a:lstStyle>
            <a:lvl1pPr lvl="0" algn="ctr">
              <a:lnSpc>
                <a:spcPct val="80000"/>
              </a:lnSpc>
              <a:spcBef>
                <a:spcPts val="0"/>
              </a:spcBef>
              <a:spcAft>
                <a:spcPts val="0"/>
              </a:spcAft>
              <a:buClr>
                <a:schemeClr val="dk2"/>
              </a:buClr>
              <a:buSzPts val="3600"/>
              <a:buFont typeface="Roboto Medium"/>
              <a:buNone/>
              <a:defRPr sz="3600">
                <a:solidFill>
                  <a:schemeClr val="dk2"/>
                </a:solidFill>
                <a:latin typeface="Roboto"/>
                <a:ea typeface="Roboto"/>
                <a:cs typeface="Roboto"/>
                <a:sym typeface="Roboto"/>
              </a:defRPr>
            </a:lvl1pPr>
            <a:lvl2pPr lvl="1"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2pPr>
            <a:lvl3pPr lvl="2"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3pPr>
            <a:lvl4pPr lvl="3"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4pPr>
            <a:lvl5pPr lvl="4"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5pPr>
            <a:lvl6pPr lvl="5"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6pPr>
            <a:lvl7pPr lvl="6"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7pPr>
            <a:lvl8pPr lvl="7" algn="ctr">
              <a:lnSpc>
                <a:spcPct val="100000"/>
              </a:lnSpc>
              <a:spcBef>
                <a:spcPts val="600"/>
              </a:spcBef>
              <a:spcAft>
                <a:spcPts val="0"/>
              </a:spcAft>
              <a:buClr>
                <a:schemeClr val="dk2"/>
              </a:buClr>
              <a:buSzPts val="3600"/>
              <a:buFont typeface="Roboto Medium"/>
              <a:buNone/>
              <a:defRPr sz="3600">
                <a:solidFill>
                  <a:schemeClr val="dk2"/>
                </a:solidFill>
                <a:latin typeface="Roboto"/>
                <a:ea typeface="Roboto"/>
                <a:cs typeface="Roboto"/>
                <a:sym typeface="Roboto"/>
              </a:defRPr>
            </a:lvl8pPr>
            <a:lvl9pPr lvl="8" algn="ctr">
              <a:lnSpc>
                <a:spcPct val="100000"/>
              </a:lnSpc>
              <a:spcBef>
                <a:spcPts val="600"/>
              </a:spcBef>
              <a:spcAft>
                <a:spcPts val="600"/>
              </a:spcAft>
              <a:buClr>
                <a:schemeClr val="dk2"/>
              </a:buClr>
              <a:buSzPts val="3600"/>
              <a:buFont typeface="Roboto Medium"/>
              <a:buNone/>
              <a:defRPr sz="3600">
                <a:solidFill>
                  <a:schemeClr val="dk2"/>
                </a:solidFill>
                <a:latin typeface="Roboto"/>
                <a:ea typeface="Roboto"/>
                <a:cs typeface="Roboto"/>
                <a:sym typeface="Roboto"/>
              </a:defRPr>
            </a:lvl9pPr>
          </a:lstStyle>
          <a:p/>
        </p:txBody>
      </p:sp>
      <p:sp>
        <p:nvSpPr>
          <p:cNvPr id="154" name="Google Shape;154;p25"/>
          <p:cNvSpPr txBox="1"/>
          <p:nvPr>
            <p:ph idx="2" type="subTitle"/>
          </p:nvPr>
        </p:nvSpPr>
        <p:spPr>
          <a:xfrm>
            <a:off x="4432225" y="4640150"/>
            <a:ext cx="4409100" cy="233400"/>
          </a:xfrm>
          <a:prstGeom prst="rect">
            <a:avLst/>
          </a:prstGeom>
          <a:noFill/>
          <a:ln>
            <a:noFill/>
          </a:ln>
        </p:spPr>
        <p:txBody>
          <a:bodyPr anchorCtr="0" anchor="ctr" bIns="0" lIns="0" spcFirstLastPara="1" rIns="0" wrap="square" tIns="0">
            <a:noAutofit/>
          </a:bodyPr>
          <a:lstStyle>
            <a:lvl1pPr lvl="0" algn="r">
              <a:lnSpc>
                <a:spcPct val="80000"/>
              </a:lnSpc>
              <a:spcBef>
                <a:spcPts val="0"/>
              </a:spcBef>
              <a:spcAft>
                <a:spcPts val="0"/>
              </a:spcAft>
              <a:buClr>
                <a:schemeClr val="dk2"/>
              </a:buClr>
              <a:buSzPts val="1000"/>
              <a:buNone/>
              <a:defRPr sz="1000">
                <a:solidFill>
                  <a:schemeClr val="dk2"/>
                </a:solidFill>
              </a:defRPr>
            </a:lvl1pPr>
            <a:lvl2pPr lvl="1" algn="r">
              <a:lnSpc>
                <a:spcPct val="100000"/>
              </a:lnSpc>
              <a:spcBef>
                <a:spcPts val="600"/>
              </a:spcBef>
              <a:spcAft>
                <a:spcPts val="0"/>
              </a:spcAft>
              <a:buClr>
                <a:schemeClr val="dk2"/>
              </a:buClr>
              <a:buSzPts val="1000"/>
              <a:buNone/>
              <a:defRPr sz="1000">
                <a:solidFill>
                  <a:schemeClr val="dk2"/>
                </a:solidFill>
              </a:defRPr>
            </a:lvl2pPr>
            <a:lvl3pPr lvl="2" algn="r">
              <a:lnSpc>
                <a:spcPct val="100000"/>
              </a:lnSpc>
              <a:spcBef>
                <a:spcPts val="600"/>
              </a:spcBef>
              <a:spcAft>
                <a:spcPts val="0"/>
              </a:spcAft>
              <a:buClr>
                <a:schemeClr val="dk2"/>
              </a:buClr>
              <a:buSzPts val="1000"/>
              <a:buNone/>
              <a:defRPr sz="1000">
                <a:solidFill>
                  <a:schemeClr val="dk2"/>
                </a:solidFill>
              </a:defRPr>
            </a:lvl3pPr>
            <a:lvl4pPr lvl="3" algn="r">
              <a:lnSpc>
                <a:spcPct val="100000"/>
              </a:lnSpc>
              <a:spcBef>
                <a:spcPts val="600"/>
              </a:spcBef>
              <a:spcAft>
                <a:spcPts val="0"/>
              </a:spcAft>
              <a:buClr>
                <a:schemeClr val="dk2"/>
              </a:buClr>
              <a:buSzPts val="1000"/>
              <a:buNone/>
              <a:defRPr>
                <a:solidFill>
                  <a:schemeClr val="dk2"/>
                </a:solidFill>
              </a:defRPr>
            </a:lvl4pPr>
            <a:lvl5pPr lvl="4" algn="r">
              <a:lnSpc>
                <a:spcPct val="100000"/>
              </a:lnSpc>
              <a:spcBef>
                <a:spcPts val="600"/>
              </a:spcBef>
              <a:spcAft>
                <a:spcPts val="0"/>
              </a:spcAft>
              <a:buClr>
                <a:schemeClr val="dk2"/>
              </a:buClr>
              <a:buSzPts val="1000"/>
              <a:buNone/>
              <a:defRPr>
                <a:solidFill>
                  <a:schemeClr val="dk2"/>
                </a:solidFill>
              </a:defRPr>
            </a:lvl5pPr>
            <a:lvl6pPr lvl="5" algn="r">
              <a:lnSpc>
                <a:spcPct val="100000"/>
              </a:lnSpc>
              <a:spcBef>
                <a:spcPts val="600"/>
              </a:spcBef>
              <a:spcAft>
                <a:spcPts val="0"/>
              </a:spcAft>
              <a:buClr>
                <a:schemeClr val="dk2"/>
              </a:buClr>
              <a:buSzPts val="1000"/>
              <a:buNone/>
              <a:defRPr>
                <a:solidFill>
                  <a:schemeClr val="dk2"/>
                </a:solidFill>
              </a:defRPr>
            </a:lvl6pPr>
            <a:lvl7pPr lvl="6" algn="r">
              <a:lnSpc>
                <a:spcPct val="100000"/>
              </a:lnSpc>
              <a:spcBef>
                <a:spcPts val="600"/>
              </a:spcBef>
              <a:spcAft>
                <a:spcPts val="0"/>
              </a:spcAft>
              <a:buClr>
                <a:schemeClr val="dk2"/>
              </a:buClr>
              <a:buSzPts val="1000"/>
              <a:buNone/>
              <a:defRPr>
                <a:solidFill>
                  <a:schemeClr val="dk2"/>
                </a:solidFill>
              </a:defRPr>
            </a:lvl7pPr>
            <a:lvl8pPr lvl="7" algn="r">
              <a:lnSpc>
                <a:spcPct val="100000"/>
              </a:lnSpc>
              <a:spcBef>
                <a:spcPts val="600"/>
              </a:spcBef>
              <a:spcAft>
                <a:spcPts val="0"/>
              </a:spcAft>
              <a:buClr>
                <a:schemeClr val="dk2"/>
              </a:buClr>
              <a:buSzPts val="1000"/>
              <a:buNone/>
              <a:defRPr>
                <a:solidFill>
                  <a:schemeClr val="dk2"/>
                </a:solidFill>
              </a:defRPr>
            </a:lvl8pPr>
            <a:lvl9pPr lvl="8" algn="r">
              <a:lnSpc>
                <a:spcPct val="100000"/>
              </a:lnSpc>
              <a:spcBef>
                <a:spcPts val="600"/>
              </a:spcBef>
              <a:spcAft>
                <a:spcPts val="600"/>
              </a:spcAft>
              <a:buClr>
                <a:schemeClr val="dk2"/>
              </a:buClr>
              <a:buSzPts val="1000"/>
              <a:buNone/>
              <a:defRPr>
                <a:solidFill>
                  <a:schemeClr val="dk2"/>
                </a:solidFill>
              </a:defRPr>
            </a:lvl9pPr>
          </a:lstStyle>
          <a:p/>
        </p:txBody>
      </p:sp>
      <p:pic>
        <p:nvPicPr>
          <p:cNvPr id="155" name="Google Shape;155;p25"/>
          <p:cNvPicPr preferRelativeResize="0"/>
          <p:nvPr/>
        </p:nvPicPr>
        <p:blipFill rotWithShape="1">
          <a:blip r:embed="rId5">
            <a:alphaModFix/>
          </a:blip>
          <a:srcRect b="0" l="0" r="0" t="0"/>
          <a:stretch/>
        </p:blipFill>
        <p:spPr>
          <a:xfrm>
            <a:off x="302550" y="302550"/>
            <a:ext cx="233400" cy="233400"/>
          </a:xfrm>
          <a:prstGeom prst="rect">
            <a:avLst/>
          </a:prstGeom>
          <a:noFill/>
          <a:ln>
            <a:noFill/>
          </a:ln>
        </p:spPr>
      </p:pic>
      <p:sp>
        <p:nvSpPr>
          <p:cNvPr id="156" name="Google Shape;156;p25"/>
          <p:cNvSpPr txBox="1"/>
          <p:nvPr>
            <p:ph idx="3" type="subTitle"/>
          </p:nvPr>
        </p:nvSpPr>
        <p:spPr>
          <a:xfrm>
            <a:off x="571120" y="302550"/>
            <a:ext cx="8270100" cy="2334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dk2"/>
              </a:buClr>
              <a:buSzPts val="800"/>
              <a:buNone/>
              <a:defRPr sz="800">
                <a:solidFill>
                  <a:schemeClr val="dk2"/>
                </a:solidFill>
              </a:defRPr>
            </a:lvl1pPr>
            <a:lvl2pPr lvl="1" algn="l">
              <a:lnSpc>
                <a:spcPct val="100000"/>
              </a:lnSpc>
              <a:spcBef>
                <a:spcPts val="600"/>
              </a:spcBef>
              <a:spcAft>
                <a:spcPts val="0"/>
              </a:spcAft>
              <a:buClr>
                <a:schemeClr val="dk2"/>
              </a:buClr>
              <a:buSzPts val="1000"/>
              <a:buNone/>
              <a:defRPr sz="1000">
                <a:solidFill>
                  <a:schemeClr val="dk2"/>
                </a:solidFill>
              </a:defRPr>
            </a:lvl2pPr>
            <a:lvl3pPr lvl="2" algn="l">
              <a:lnSpc>
                <a:spcPct val="100000"/>
              </a:lnSpc>
              <a:spcBef>
                <a:spcPts val="600"/>
              </a:spcBef>
              <a:spcAft>
                <a:spcPts val="0"/>
              </a:spcAft>
              <a:buClr>
                <a:schemeClr val="dk2"/>
              </a:buClr>
              <a:buSzPts val="1000"/>
              <a:buNone/>
              <a:defRPr sz="1000">
                <a:solidFill>
                  <a:schemeClr val="dk2"/>
                </a:solidFill>
              </a:defRPr>
            </a:lvl3pPr>
            <a:lvl4pPr lvl="3" algn="l">
              <a:lnSpc>
                <a:spcPct val="100000"/>
              </a:lnSpc>
              <a:spcBef>
                <a:spcPts val="600"/>
              </a:spcBef>
              <a:spcAft>
                <a:spcPts val="0"/>
              </a:spcAft>
              <a:buClr>
                <a:schemeClr val="dk2"/>
              </a:buClr>
              <a:buSzPts val="1000"/>
              <a:buNone/>
              <a:defRPr>
                <a:solidFill>
                  <a:schemeClr val="dk2"/>
                </a:solidFill>
              </a:defRPr>
            </a:lvl4pPr>
            <a:lvl5pPr lvl="4" algn="l">
              <a:lnSpc>
                <a:spcPct val="100000"/>
              </a:lnSpc>
              <a:spcBef>
                <a:spcPts val="600"/>
              </a:spcBef>
              <a:spcAft>
                <a:spcPts val="0"/>
              </a:spcAft>
              <a:buClr>
                <a:schemeClr val="dk2"/>
              </a:buClr>
              <a:buSzPts val="1000"/>
              <a:buNone/>
              <a:defRPr>
                <a:solidFill>
                  <a:schemeClr val="dk2"/>
                </a:solidFill>
              </a:defRPr>
            </a:lvl5pPr>
            <a:lvl6pPr lvl="5" algn="l">
              <a:lnSpc>
                <a:spcPct val="100000"/>
              </a:lnSpc>
              <a:spcBef>
                <a:spcPts val="600"/>
              </a:spcBef>
              <a:spcAft>
                <a:spcPts val="0"/>
              </a:spcAft>
              <a:buClr>
                <a:schemeClr val="dk2"/>
              </a:buClr>
              <a:buSzPts val="1000"/>
              <a:buNone/>
              <a:defRPr>
                <a:solidFill>
                  <a:schemeClr val="dk2"/>
                </a:solidFill>
              </a:defRPr>
            </a:lvl6pPr>
            <a:lvl7pPr lvl="6" algn="l">
              <a:lnSpc>
                <a:spcPct val="100000"/>
              </a:lnSpc>
              <a:spcBef>
                <a:spcPts val="600"/>
              </a:spcBef>
              <a:spcAft>
                <a:spcPts val="0"/>
              </a:spcAft>
              <a:buClr>
                <a:schemeClr val="dk2"/>
              </a:buClr>
              <a:buSzPts val="1000"/>
              <a:buNone/>
              <a:defRPr>
                <a:solidFill>
                  <a:schemeClr val="dk2"/>
                </a:solidFill>
              </a:defRPr>
            </a:lvl7pPr>
            <a:lvl8pPr lvl="7" algn="l">
              <a:lnSpc>
                <a:spcPct val="100000"/>
              </a:lnSpc>
              <a:spcBef>
                <a:spcPts val="600"/>
              </a:spcBef>
              <a:spcAft>
                <a:spcPts val="0"/>
              </a:spcAft>
              <a:buClr>
                <a:schemeClr val="dk2"/>
              </a:buClr>
              <a:buSzPts val="1000"/>
              <a:buNone/>
              <a:defRPr>
                <a:solidFill>
                  <a:schemeClr val="dk2"/>
                </a:solidFill>
              </a:defRPr>
            </a:lvl8pPr>
            <a:lvl9pPr lvl="8" algn="l">
              <a:lnSpc>
                <a:spcPct val="100000"/>
              </a:lnSpc>
              <a:spcBef>
                <a:spcPts val="600"/>
              </a:spcBef>
              <a:spcAft>
                <a:spcPts val="600"/>
              </a:spcAft>
              <a:buClr>
                <a:schemeClr val="dk2"/>
              </a:buClr>
              <a:buSzPts val="1000"/>
              <a:buNone/>
              <a:defRPr>
                <a:solidFill>
                  <a:schemeClr val="dk2"/>
                </a:solidFill>
              </a:defRPr>
            </a:lvl9pPr>
          </a:lstStyle>
          <a:p/>
        </p:txBody>
      </p:sp>
      <p:pic>
        <p:nvPicPr>
          <p:cNvPr id="157" name="Google Shape;157;p25"/>
          <p:cNvPicPr preferRelativeResize="0"/>
          <p:nvPr/>
        </p:nvPicPr>
        <p:blipFill>
          <a:blip r:embed="rId6">
            <a:alphaModFix/>
          </a:blip>
          <a:stretch>
            <a:fillRect/>
          </a:stretch>
        </p:blipFill>
        <p:spPr>
          <a:xfrm>
            <a:off x="3791662" y="2787850"/>
            <a:ext cx="1560673" cy="61050"/>
          </a:xfrm>
          <a:prstGeom prst="rect">
            <a:avLst/>
          </a:prstGeom>
          <a:noFill/>
          <a:ln>
            <a:noFill/>
          </a:ln>
        </p:spPr>
      </p:pic>
    </p:spTree>
  </p:cSld>
  <p:clrMapOvr>
    <a:masterClrMapping/>
  </p:clrMapOvr>
  <p:extLst>
    <p:ext uri="{DCECCB84-F9BA-43D5-87BE-67443E8EF086}">
      <p15:sldGuideLst>
        <p15:guide id="1" orient="horz" pos="2923">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Beige_With Logo_With Lines">
  <p:cSld name="Blank Slide_Beige_With Logo_With Lines">
    <p:bg>
      <p:bgPr>
        <a:solidFill>
          <a:schemeClr val="lt2"/>
        </a:solidFill>
      </p:bgPr>
    </p:bg>
    <p:spTree>
      <p:nvGrpSpPr>
        <p:cNvPr id="158" name="Shape 158"/>
        <p:cNvGrpSpPr/>
        <p:nvPr/>
      </p:nvGrpSpPr>
      <p:grpSpPr>
        <a:xfrm>
          <a:off x="0" y="0"/>
          <a:ext cx="0" cy="0"/>
          <a:chOff x="0" y="0"/>
          <a:chExt cx="0" cy="0"/>
        </a:xfrm>
      </p:grpSpPr>
      <p:cxnSp>
        <p:nvCxnSpPr>
          <p:cNvPr id="159" name="Google Shape;159;p26"/>
          <p:cNvCxnSpPr/>
          <p:nvPr/>
        </p:nvCxnSpPr>
        <p:spPr>
          <a:xfrm>
            <a:off x="2095425" y="15600"/>
            <a:ext cx="0" cy="5127900"/>
          </a:xfrm>
          <a:prstGeom prst="straightConnector1">
            <a:avLst/>
          </a:prstGeom>
          <a:noFill/>
          <a:ln cap="flat" cmpd="sng" w="9525">
            <a:solidFill>
              <a:schemeClr val="accent5"/>
            </a:solidFill>
            <a:prstDash val="solid"/>
            <a:round/>
            <a:headEnd len="sm" w="sm" type="none"/>
            <a:tailEnd len="sm" w="sm" type="none"/>
          </a:ln>
        </p:spPr>
      </p:cxnSp>
      <p:cxnSp>
        <p:nvCxnSpPr>
          <p:cNvPr id="160" name="Google Shape;160;p26"/>
          <p:cNvCxnSpPr/>
          <p:nvPr/>
        </p:nvCxnSpPr>
        <p:spPr>
          <a:xfrm rot="10800000">
            <a:off x="7425" y="2571750"/>
            <a:ext cx="2095800" cy="0"/>
          </a:xfrm>
          <a:prstGeom prst="straightConnector1">
            <a:avLst/>
          </a:prstGeom>
          <a:noFill/>
          <a:ln cap="flat" cmpd="sng" w="9525">
            <a:solidFill>
              <a:schemeClr val="accent5"/>
            </a:solidFill>
            <a:prstDash val="solid"/>
            <a:round/>
            <a:headEnd len="sm" w="sm" type="none"/>
            <a:tailEnd len="sm" w="sm" type="none"/>
          </a:ln>
        </p:spPr>
      </p:cxnSp>
      <p:sp>
        <p:nvSpPr>
          <p:cNvPr id="161" name="Google Shape;161;p26"/>
          <p:cNvSpPr/>
          <p:nvPr/>
        </p:nvSpPr>
        <p:spPr>
          <a:xfrm rot="5400000">
            <a:off x="-1227900" y="-749250"/>
            <a:ext cx="3322500" cy="3326700"/>
          </a:xfrm>
          <a:prstGeom prst="arc">
            <a:avLst>
              <a:gd fmla="val 16200000" name="adj1"/>
              <a:gd fmla="val 2140711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2" name="Google Shape;162;p26"/>
          <p:cNvPicPr preferRelativeResize="0"/>
          <p:nvPr/>
        </p:nvPicPr>
        <p:blipFill>
          <a:blip r:embed="rId2">
            <a:alphaModFix/>
          </a:blip>
          <a:stretch>
            <a:fillRect/>
          </a:stretch>
        </p:blipFill>
        <p:spPr>
          <a:xfrm>
            <a:off x="303225" y="303225"/>
            <a:ext cx="1387351" cy="209825"/>
          </a:xfrm>
          <a:prstGeom prst="rect">
            <a:avLst/>
          </a:prstGeom>
          <a:noFill/>
          <a:ln>
            <a:noFill/>
          </a:ln>
        </p:spPr>
      </p:pic>
      <p:sp>
        <p:nvSpPr>
          <p:cNvPr id="163" name="Google Shape;163;p26"/>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White_With Logo_With Lines">
  <p:cSld name="SECTION_HEADER_3 copy 1_2_1_1_1_2_3">
    <p:bg>
      <p:bgPr>
        <a:solidFill>
          <a:schemeClr val="dk2"/>
        </a:solidFill>
      </p:bgPr>
    </p:bg>
    <p:spTree>
      <p:nvGrpSpPr>
        <p:cNvPr id="164" name="Shape 164"/>
        <p:cNvGrpSpPr/>
        <p:nvPr/>
      </p:nvGrpSpPr>
      <p:grpSpPr>
        <a:xfrm>
          <a:off x="0" y="0"/>
          <a:ext cx="0" cy="0"/>
          <a:chOff x="0" y="0"/>
          <a:chExt cx="0" cy="0"/>
        </a:xfrm>
      </p:grpSpPr>
      <p:cxnSp>
        <p:nvCxnSpPr>
          <p:cNvPr id="165" name="Google Shape;165;p27"/>
          <p:cNvCxnSpPr/>
          <p:nvPr/>
        </p:nvCxnSpPr>
        <p:spPr>
          <a:xfrm>
            <a:off x="2095425" y="15600"/>
            <a:ext cx="0" cy="5127900"/>
          </a:xfrm>
          <a:prstGeom prst="straightConnector1">
            <a:avLst/>
          </a:prstGeom>
          <a:noFill/>
          <a:ln cap="flat" cmpd="sng" w="9525">
            <a:solidFill>
              <a:srgbClr val="F3F3F3"/>
            </a:solidFill>
            <a:prstDash val="solid"/>
            <a:round/>
            <a:headEnd len="med" w="med" type="none"/>
            <a:tailEnd len="med" w="med" type="none"/>
          </a:ln>
        </p:spPr>
      </p:cxnSp>
      <p:cxnSp>
        <p:nvCxnSpPr>
          <p:cNvPr id="166" name="Google Shape;166;p27"/>
          <p:cNvCxnSpPr/>
          <p:nvPr/>
        </p:nvCxnSpPr>
        <p:spPr>
          <a:xfrm rot="10800000">
            <a:off x="7425" y="2571750"/>
            <a:ext cx="2095800" cy="0"/>
          </a:xfrm>
          <a:prstGeom prst="straightConnector1">
            <a:avLst/>
          </a:prstGeom>
          <a:noFill/>
          <a:ln cap="flat" cmpd="sng" w="9525">
            <a:solidFill>
              <a:srgbClr val="F3F3F3"/>
            </a:solidFill>
            <a:prstDash val="solid"/>
            <a:round/>
            <a:headEnd len="med" w="med" type="none"/>
            <a:tailEnd len="med" w="med" type="none"/>
          </a:ln>
        </p:spPr>
      </p:cxnSp>
      <p:sp>
        <p:nvSpPr>
          <p:cNvPr id="167" name="Google Shape;167;p27"/>
          <p:cNvSpPr/>
          <p:nvPr/>
        </p:nvSpPr>
        <p:spPr>
          <a:xfrm rot="5400000">
            <a:off x="-1227900" y="-749250"/>
            <a:ext cx="3322500" cy="3326700"/>
          </a:xfrm>
          <a:prstGeom prst="arc">
            <a:avLst>
              <a:gd fmla="val 16200000" name="adj1"/>
              <a:gd fmla="val 21407113" name="adj2"/>
            </a:avLst>
          </a:prstGeom>
          <a:no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7"/>
          <p:cNvPicPr preferRelativeResize="0"/>
          <p:nvPr/>
        </p:nvPicPr>
        <p:blipFill>
          <a:blip r:embed="rId2">
            <a:alphaModFix/>
          </a:blip>
          <a:stretch>
            <a:fillRect/>
          </a:stretch>
        </p:blipFill>
        <p:spPr>
          <a:xfrm>
            <a:off x="303225" y="303225"/>
            <a:ext cx="1387351" cy="209825"/>
          </a:xfrm>
          <a:prstGeom prst="rect">
            <a:avLst/>
          </a:prstGeom>
          <a:noFill/>
          <a:ln>
            <a:noFill/>
          </a:ln>
        </p:spPr>
      </p:pic>
      <p:sp>
        <p:nvSpPr>
          <p:cNvPr id="169" name="Google Shape;169;p27"/>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bg>
      <p:bgPr>
        <a:solidFill>
          <a:schemeClr val="lt1"/>
        </a:solidFill>
      </p:bgPr>
    </p:bg>
    <p:spTree>
      <p:nvGrpSpPr>
        <p:cNvPr id="170" name="Shape 170"/>
        <p:cNvGrpSpPr/>
        <p:nvPr/>
      </p:nvGrpSpPr>
      <p:grpSpPr>
        <a:xfrm>
          <a:off x="0" y="0"/>
          <a:ext cx="0" cy="0"/>
          <a:chOff x="0" y="0"/>
          <a:chExt cx="0" cy="0"/>
        </a:xfrm>
      </p:grpSpPr>
      <p:sp>
        <p:nvSpPr>
          <p:cNvPr id="171" name="Google Shape;171;p28"/>
          <p:cNvSpPr txBox="1"/>
          <p:nvPr/>
        </p:nvSpPr>
        <p:spPr>
          <a:xfrm>
            <a:off x="10366625" y="1656708"/>
            <a:ext cx="138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2" name="Google Shape;172;p28"/>
          <p:cNvSpPr txBox="1"/>
          <p:nvPr/>
        </p:nvSpPr>
        <p:spPr>
          <a:xfrm>
            <a:off x="10366625" y="1656708"/>
            <a:ext cx="138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3" name="Google Shape;173;p28"/>
          <p:cNvSpPr txBox="1"/>
          <p:nvPr>
            <p:ph type="title"/>
          </p:nvPr>
        </p:nvSpPr>
        <p:spPr>
          <a:xfrm>
            <a:off x="2278695" y="1933707"/>
            <a:ext cx="45639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500"/>
              <a:buFont typeface="Arial"/>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4" name="Google Shape;174;p28"/>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TITLE_AND_BODY_2">
    <p:spTree>
      <p:nvGrpSpPr>
        <p:cNvPr id="175" name="Shape 175"/>
        <p:cNvGrpSpPr/>
        <p:nvPr/>
      </p:nvGrpSpPr>
      <p:grpSpPr>
        <a:xfrm>
          <a:off x="0" y="0"/>
          <a:ext cx="0" cy="0"/>
          <a:chOff x="0" y="0"/>
          <a:chExt cx="0" cy="0"/>
        </a:xfrm>
      </p:grpSpPr>
      <p:sp>
        <p:nvSpPr>
          <p:cNvPr id="176" name="Google Shape;176;p29"/>
          <p:cNvSpPr txBox="1"/>
          <p:nvPr>
            <p:ph idx="1" type="subTitle"/>
          </p:nvPr>
        </p:nvSpPr>
        <p:spPr>
          <a:xfrm>
            <a:off x="540000" y="1080000"/>
            <a:ext cx="8064000" cy="3583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000"/>
              <a:buFont typeface="Roboto"/>
              <a:buNone/>
              <a:defRPr sz="1000">
                <a:latin typeface="Roboto"/>
                <a:ea typeface="Roboto"/>
                <a:cs typeface="Roboto"/>
                <a:sym typeface="Roboto"/>
              </a:defRPr>
            </a:lvl1pPr>
            <a:lvl2pPr lvl="1" algn="l">
              <a:lnSpc>
                <a:spcPct val="115000"/>
              </a:lnSpc>
              <a:spcBef>
                <a:spcPts val="0"/>
              </a:spcBef>
              <a:spcAft>
                <a:spcPts val="0"/>
              </a:spcAft>
              <a:buSzPts val="1000"/>
              <a:buFont typeface="Roboto"/>
              <a:buNone/>
              <a:defRPr sz="1000">
                <a:latin typeface="Roboto"/>
                <a:ea typeface="Roboto"/>
                <a:cs typeface="Roboto"/>
                <a:sym typeface="Roboto"/>
              </a:defRPr>
            </a:lvl2pPr>
            <a:lvl3pPr lvl="2" algn="l">
              <a:lnSpc>
                <a:spcPct val="115000"/>
              </a:lnSpc>
              <a:spcBef>
                <a:spcPts val="0"/>
              </a:spcBef>
              <a:spcAft>
                <a:spcPts val="0"/>
              </a:spcAft>
              <a:buSzPts val="1000"/>
              <a:buFont typeface="Roboto"/>
              <a:buNone/>
              <a:defRPr sz="1000">
                <a:latin typeface="Roboto"/>
                <a:ea typeface="Roboto"/>
                <a:cs typeface="Roboto"/>
                <a:sym typeface="Roboto"/>
              </a:defRPr>
            </a:lvl3pPr>
            <a:lvl4pPr lvl="3" algn="l">
              <a:lnSpc>
                <a:spcPct val="115000"/>
              </a:lnSpc>
              <a:spcBef>
                <a:spcPts val="0"/>
              </a:spcBef>
              <a:spcAft>
                <a:spcPts val="0"/>
              </a:spcAft>
              <a:buSzPts val="1000"/>
              <a:buFont typeface="Roboto"/>
              <a:buNone/>
              <a:defRPr>
                <a:latin typeface="Roboto"/>
                <a:ea typeface="Roboto"/>
                <a:cs typeface="Roboto"/>
                <a:sym typeface="Roboto"/>
              </a:defRPr>
            </a:lvl4pPr>
            <a:lvl5pPr lvl="4" algn="l">
              <a:lnSpc>
                <a:spcPct val="115000"/>
              </a:lnSpc>
              <a:spcBef>
                <a:spcPts val="0"/>
              </a:spcBef>
              <a:spcAft>
                <a:spcPts val="0"/>
              </a:spcAft>
              <a:buSzPts val="1000"/>
              <a:buFont typeface="Roboto"/>
              <a:buNone/>
              <a:defRPr>
                <a:latin typeface="Roboto"/>
                <a:ea typeface="Roboto"/>
                <a:cs typeface="Roboto"/>
                <a:sym typeface="Roboto"/>
              </a:defRPr>
            </a:lvl5pPr>
            <a:lvl6pPr lvl="5" algn="l">
              <a:lnSpc>
                <a:spcPct val="115000"/>
              </a:lnSpc>
              <a:spcBef>
                <a:spcPts val="0"/>
              </a:spcBef>
              <a:spcAft>
                <a:spcPts val="0"/>
              </a:spcAft>
              <a:buSzPts val="1000"/>
              <a:buFont typeface="Roboto"/>
              <a:buNone/>
              <a:defRPr>
                <a:latin typeface="Roboto"/>
                <a:ea typeface="Roboto"/>
                <a:cs typeface="Roboto"/>
                <a:sym typeface="Roboto"/>
              </a:defRPr>
            </a:lvl6pPr>
            <a:lvl7pPr lvl="6" algn="l">
              <a:lnSpc>
                <a:spcPct val="115000"/>
              </a:lnSpc>
              <a:spcBef>
                <a:spcPts val="0"/>
              </a:spcBef>
              <a:spcAft>
                <a:spcPts val="0"/>
              </a:spcAft>
              <a:buSzPts val="1000"/>
              <a:buFont typeface="Roboto"/>
              <a:buNone/>
              <a:defRPr>
                <a:latin typeface="Roboto"/>
                <a:ea typeface="Roboto"/>
                <a:cs typeface="Roboto"/>
                <a:sym typeface="Roboto"/>
              </a:defRPr>
            </a:lvl7pPr>
            <a:lvl8pPr lvl="7" algn="l">
              <a:lnSpc>
                <a:spcPct val="115000"/>
              </a:lnSpc>
              <a:spcBef>
                <a:spcPts val="0"/>
              </a:spcBef>
              <a:spcAft>
                <a:spcPts val="0"/>
              </a:spcAft>
              <a:buSzPts val="1000"/>
              <a:buFont typeface="Roboto"/>
              <a:buNone/>
              <a:defRPr>
                <a:latin typeface="Roboto"/>
                <a:ea typeface="Roboto"/>
                <a:cs typeface="Roboto"/>
                <a:sym typeface="Roboto"/>
              </a:defRPr>
            </a:lvl8pPr>
            <a:lvl9pPr lvl="8" algn="l">
              <a:lnSpc>
                <a:spcPct val="115000"/>
              </a:lnSpc>
              <a:spcBef>
                <a:spcPts val="0"/>
              </a:spcBef>
              <a:spcAft>
                <a:spcPts val="0"/>
              </a:spcAft>
              <a:buSzPts val="1000"/>
              <a:buFont typeface="Roboto"/>
              <a:buNone/>
              <a:defRPr>
                <a:latin typeface="Roboto"/>
                <a:ea typeface="Roboto"/>
                <a:cs typeface="Roboto"/>
                <a:sym typeface="Roboto"/>
              </a:defRPr>
            </a:lvl9pPr>
          </a:lstStyle>
          <a:p/>
        </p:txBody>
      </p:sp>
      <p:sp>
        <p:nvSpPr>
          <p:cNvPr id="177" name="Google Shape;177;p29"/>
          <p:cNvSpPr txBox="1"/>
          <p:nvPr>
            <p:ph type="title"/>
          </p:nvPr>
        </p:nvSpPr>
        <p:spPr>
          <a:xfrm>
            <a:off x="540000" y="450003"/>
            <a:ext cx="7676400" cy="439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Clr>
                <a:srgbClr val="1B1B1B"/>
              </a:buClr>
              <a:buSzPts val="2000"/>
              <a:buFont typeface="Roboto"/>
              <a:buNone/>
              <a:defRPr>
                <a:solidFill>
                  <a:srgbClr val="1B1B1B"/>
                </a:solidFill>
                <a:latin typeface="Roboto"/>
                <a:ea typeface="Roboto"/>
                <a:cs typeface="Roboto"/>
                <a:sym typeface="Roboto"/>
              </a:defRPr>
            </a:lvl2pPr>
            <a:lvl3pPr lvl="2" algn="l">
              <a:lnSpc>
                <a:spcPct val="100000"/>
              </a:lnSpc>
              <a:spcBef>
                <a:spcPts val="0"/>
              </a:spcBef>
              <a:spcAft>
                <a:spcPts val="0"/>
              </a:spcAft>
              <a:buClr>
                <a:srgbClr val="1B1B1B"/>
              </a:buClr>
              <a:buSzPts val="2000"/>
              <a:buFont typeface="Roboto"/>
              <a:buNone/>
              <a:defRPr>
                <a:solidFill>
                  <a:srgbClr val="1B1B1B"/>
                </a:solidFill>
                <a:latin typeface="Roboto"/>
                <a:ea typeface="Roboto"/>
                <a:cs typeface="Roboto"/>
                <a:sym typeface="Roboto"/>
              </a:defRPr>
            </a:lvl3pPr>
            <a:lvl4pPr lvl="3" algn="l">
              <a:lnSpc>
                <a:spcPct val="100000"/>
              </a:lnSpc>
              <a:spcBef>
                <a:spcPts val="0"/>
              </a:spcBef>
              <a:spcAft>
                <a:spcPts val="0"/>
              </a:spcAft>
              <a:buClr>
                <a:srgbClr val="1B1B1B"/>
              </a:buClr>
              <a:buSzPts val="2000"/>
              <a:buFont typeface="Roboto"/>
              <a:buNone/>
              <a:defRPr>
                <a:solidFill>
                  <a:srgbClr val="1B1B1B"/>
                </a:solidFill>
                <a:latin typeface="Roboto"/>
                <a:ea typeface="Roboto"/>
                <a:cs typeface="Roboto"/>
                <a:sym typeface="Roboto"/>
              </a:defRPr>
            </a:lvl4pPr>
            <a:lvl5pPr lvl="4" algn="l">
              <a:lnSpc>
                <a:spcPct val="100000"/>
              </a:lnSpc>
              <a:spcBef>
                <a:spcPts val="0"/>
              </a:spcBef>
              <a:spcAft>
                <a:spcPts val="0"/>
              </a:spcAft>
              <a:buClr>
                <a:srgbClr val="1B1B1B"/>
              </a:buClr>
              <a:buSzPts val="2000"/>
              <a:buFont typeface="Roboto"/>
              <a:buNone/>
              <a:defRPr>
                <a:solidFill>
                  <a:srgbClr val="1B1B1B"/>
                </a:solidFill>
                <a:latin typeface="Roboto"/>
                <a:ea typeface="Roboto"/>
                <a:cs typeface="Roboto"/>
                <a:sym typeface="Roboto"/>
              </a:defRPr>
            </a:lvl5pPr>
            <a:lvl6pPr lvl="5" algn="l">
              <a:lnSpc>
                <a:spcPct val="100000"/>
              </a:lnSpc>
              <a:spcBef>
                <a:spcPts val="0"/>
              </a:spcBef>
              <a:spcAft>
                <a:spcPts val="0"/>
              </a:spcAft>
              <a:buClr>
                <a:srgbClr val="1B1B1B"/>
              </a:buClr>
              <a:buSzPts val="2000"/>
              <a:buFont typeface="Roboto"/>
              <a:buNone/>
              <a:defRPr>
                <a:solidFill>
                  <a:srgbClr val="1B1B1B"/>
                </a:solidFill>
                <a:latin typeface="Roboto"/>
                <a:ea typeface="Roboto"/>
                <a:cs typeface="Roboto"/>
                <a:sym typeface="Roboto"/>
              </a:defRPr>
            </a:lvl6pPr>
            <a:lvl7pPr lvl="6" algn="l">
              <a:lnSpc>
                <a:spcPct val="100000"/>
              </a:lnSpc>
              <a:spcBef>
                <a:spcPts val="0"/>
              </a:spcBef>
              <a:spcAft>
                <a:spcPts val="0"/>
              </a:spcAft>
              <a:buClr>
                <a:srgbClr val="1B1B1B"/>
              </a:buClr>
              <a:buSzPts val="2000"/>
              <a:buFont typeface="Roboto"/>
              <a:buNone/>
              <a:defRPr>
                <a:solidFill>
                  <a:srgbClr val="1B1B1B"/>
                </a:solidFill>
                <a:latin typeface="Roboto"/>
                <a:ea typeface="Roboto"/>
                <a:cs typeface="Roboto"/>
                <a:sym typeface="Roboto"/>
              </a:defRPr>
            </a:lvl7pPr>
            <a:lvl8pPr lvl="7" algn="l">
              <a:lnSpc>
                <a:spcPct val="100000"/>
              </a:lnSpc>
              <a:spcBef>
                <a:spcPts val="0"/>
              </a:spcBef>
              <a:spcAft>
                <a:spcPts val="0"/>
              </a:spcAft>
              <a:buClr>
                <a:srgbClr val="1B1B1B"/>
              </a:buClr>
              <a:buSzPts val="2000"/>
              <a:buFont typeface="Roboto"/>
              <a:buNone/>
              <a:defRPr>
                <a:solidFill>
                  <a:srgbClr val="1B1B1B"/>
                </a:solidFill>
                <a:latin typeface="Roboto"/>
                <a:ea typeface="Roboto"/>
                <a:cs typeface="Roboto"/>
                <a:sym typeface="Roboto"/>
              </a:defRPr>
            </a:lvl8pPr>
            <a:lvl9pPr lvl="8" algn="l">
              <a:lnSpc>
                <a:spcPct val="100000"/>
              </a:lnSpc>
              <a:spcBef>
                <a:spcPts val="0"/>
              </a:spcBef>
              <a:spcAft>
                <a:spcPts val="0"/>
              </a:spcAft>
              <a:buClr>
                <a:srgbClr val="1B1B1B"/>
              </a:buClr>
              <a:buSzPts val="2000"/>
              <a:buFont typeface="Roboto"/>
              <a:buNone/>
              <a:defRPr>
                <a:solidFill>
                  <a:srgbClr val="1B1B1B"/>
                </a:solidFill>
                <a:latin typeface="Roboto"/>
                <a:ea typeface="Roboto"/>
                <a:cs typeface="Roboto"/>
                <a:sym typeface="Roboto"/>
              </a:defRPr>
            </a:lvl9pPr>
          </a:lstStyle>
          <a:p/>
        </p:txBody>
      </p:sp>
      <p:pic>
        <p:nvPicPr>
          <p:cNvPr id="178" name="Google Shape;178;p29"/>
          <p:cNvPicPr preferRelativeResize="0"/>
          <p:nvPr/>
        </p:nvPicPr>
        <p:blipFill rotWithShape="1">
          <a:blip r:embed="rId2">
            <a:alphaModFix/>
          </a:blip>
          <a:srcRect b="2381" l="0" r="0" t="2390"/>
          <a:stretch/>
        </p:blipFill>
        <p:spPr>
          <a:xfrm>
            <a:off x="540006" y="255362"/>
            <a:ext cx="200024" cy="180000"/>
          </a:xfrm>
          <a:prstGeom prst="rect">
            <a:avLst/>
          </a:prstGeom>
          <a:noFill/>
          <a:ln>
            <a:noFill/>
          </a:ln>
        </p:spPr>
      </p:pic>
      <p:sp>
        <p:nvSpPr>
          <p:cNvPr id="179" name="Google Shape;179;p29"/>
          <p:cNvSpPr txBox="1"/>
          <p:nvPr>
            <p:ph idx="2" type="subTitle"/>
          </p:nvPr>
        </p:nvSpPr>
        <p:spPr>
          <a:xfrm>
            <a:off x="869425" y="272300"/>
            <a:ext cx="7734600" cy="146100"/>
          </a:xfrm>
          <a:prstGeom prst="rect">
            <a:avLst/>
          </a:prstGeom>
        </p:spPr>
        <p:txBody>
          <a:bodyPr anchorCtr="0" anchor="ctr" bIns="0" lIns="0" spcFirstLastPara="1" rIns="0" wrap="square" tIns="0">
            <a:spAutoFit/>
          </a:bodyPr>
          <a:lstStyle>
            <a:lvl1pPr lvl="0">
              <a:spcBef>
                <a:spcPts val="0"/>
              </a:spcBef>
              <a:spcAft>
                <a:spcPts val="0"/>
              </a:spcAft>
              <a:buClr>
                <a:schemeClr val="accent5"/>
              </a:buClr>
              <a:buSzPts val="1000"/>
              <a:buNone/>
              <a:defRPr sz="1000">
                <a:solidFill>
                  <a:schemeClr val="accent5"/>
                </a:solidFill>
              </a:defRPr>
            </a:lvl1pPr>
            <a:lvl2pPr lvl="1">
              <a:spcBef>
                <a:spcPts val="600"/>
              </a:spcBef>
              <a:spcAft>
                <a:spcPts val="0"/>
              </a:spcAft>
              <a:buSzPts val="1200"/>
              <a:buNone/>
              <a:defRPr/>
            </a:lvl2pPr>
            <a:lvl3pPr lvl="2">
              <a:spcBef>
                <a:spcPts val="600"/>
              </a:spcBef>
              <a:spcAft>
                <a:spcPts val="0"/>
              </a:spcAft>
              <a:buSzPts val="1200"/>
              <a:buNone/>
              <a:defRPr/>
            </a:lvl3pPr>
            <a:lvl4pPr lvl="3">
              <a:spcBef>
                <a:spcPts val="600"/>
              </a:spcBef>
              <a:spcAft>
                <a:spcPts val="0"/>
              </a:spcAft>
              <a:buSzPts val="1000"/>
              <a:buNone/>
              <a:defRPr/>
            </a:lvl4pPr>
            <a:lvl5pPr lvl="4">
              <a:spcBef>
                <a:spcPts val="600"/>
              </a:spcBef>
              <a:spcAft>
                <a:spcPts val="0"/>
              </a:spcAft>
              <a:buSzPts val="1000"/>
              <a:buNone/>
              <a:defRPr/>
            </a:lvl5pPr>
            <a:lvl6pPr lvl="5">
              <a:spcBef>
                <a:spcPts val="600"/>
              </a:spcBef>
              <a:spcAft>
                <a:spcPts val="0"/>
              </a:spcAft>
              <a:buSzPts val="1000"/>
              <a:buNone/>
              <a:defRPr/>
            </a:lvl6pPr>
            <a:lvl7pPr lvl="6">
              <a:spcBef>
                <a:spcPts val="600"/>
              </a:spcBef>
              <a:spcAft>
                <a:spcPts val="0"/>
              </a:spcAft>
              <a:buSzPts val="1000"/>
              <a:buNone/>
              <a:defRPr/>
            </a:lvl7pPr>
            <a:lvl8pPr lvl="7">
              <a:spcBef>
                <a:spcPts val="600"/>
              </a:spcBef>
              <a:spcAft>
                <a:spcPts val="0"/>
              </a:spcAft>
              <a:buSzPts val="1000"/>
              <a:buNone/>
              <a:defRPr/>
            </a:lvl8pPr>
            <a:lvl9pPr lvl="8">
              <a:spcBef>
                <a:spcPts val="600"/>
              </a:spcBef>
              <a:spcAft>
                <a:spcPts val="600"/>
              </a:spcAft>
              <a:buSzPts val="1000"/>
              <a:buNone/>
              <a:defRPr/>
            </a:lvl9pPr>
          </a:lstStyle>
          <a:p/>
        </p:txBody>
      </p:sp>
      <p:sp>
        <p:nvSpPr>
          <p:cNvPr id="180" name="Google Shape;180;p29"/>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TITLE_AND_BODY_2_1">
    <p:spTree>
      <p:nvGrpSpPr>
        <p:cNvPr id="181" name="Shape 181"/>
        <p:cNvGrpSpPr/>
        <p:nvPr/>
      </p:nvGrpSpPr>
      <p:grpSpPr>
        <a:xfrm>
          <a:off x="0" y="0"/>
          <a:ext cx="0" cy="0"/>
          <a:chOff x="0" y="0"/>
          <a:chExt cx="0" cy="0"/>
        </a:xfrm>
      </p:grpSpPr>
      <p:sp>
        <p:nvSpPr>
          <p:cNvPr id="182" name="Google Shape;182;p30"/>
          <p:cNvSpPr txBox="1"/>
          <p:nvPr>
            <p:ph idx="1" type="subTitle"/>
          </p:nvPr>
        </p:nvSpPr>
        <p:spPr>
          <a:xfrm>
            <a:off x="573315" y="1102300"/>
            <a:ext cx="7828800" cy="34185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rgbClr val="585858"/>
              </a:buClr>
              <a:buSzPts val="900"/>
              <a:buFont typeface="Roboto"/>
              <a:buNone/>
              <a:defRPr sz="900">
                <a:solidFill>
                  <a:srgbClr val="585858"/>
                </a:solidFill>
                <a:latin typeface="Roboto"/>
                <a:ea typeface="Roboto"/>
                <a:cs typeface="Roboto"/>
                <a:sym typeface="Roboto"/>
              </a:defRPr>
            </a:lvl1pPr>
            <a:lvl2pPr lvl="1" algn="l">
              <a:lnSpc>
                <a:spcPct val="115000"/>
              </a:lnSpc>
              <a:spcBef>
                <a:spcPts val="0"/>
              </a:spcBef>
              <a:spcAft>
                <a:spcPts val="0"/>
              </a:spcAft>
              <a:buClr>
                <a:srgbClr val="585858"/>
              </a:buClr>
              <a:buSzPts val="900"/>
              <a:buFont typeface="Roboto"/>
              <a:buNone/>
              <a:defRPr sz="900">
                <a:solidFill>
                  <a:srgbClr val="585858"/>
                </a:solidFill>
                <a:latin typeface="Roboto"/>
                <a:ea typeface="Roboto"/>
                <a:cs typeface="Roboto"/>
                <a:sym typeface="Roboto"/>
              </a:defRPr>
            </a:lvl2pPr>
            <a:lvl3pPr lvl="2" algn="l">
              <a:lnSpc>
                <a:spcPct val="115000"/>
              </a:lnSpc>
              <a:spcBef>
                <a:spcPts val="0"/>
              </a:spcBef>
              <a:spcAft>
                <a:spcPts val="0"/>
              </a:spcAft>
              <a:buClr>
                <a:srgbClr val="585858"/>
              </a:buClr>
              <a:buSzPts val="900"/>
              <a:buFont typeface="Roboto"/>
              <a:buNone/>
              <a:defRPr sz="900">
                <a:solidFill>
                  <a:srgbClr val="585858"/>
                </a:solidFill>
                <a:latin typeface="Roboto"/>
                <a:ea typeface="Roboto"/>
                <a:cs typeface="Roboto"/>
                <a:sym typeface="Roboto"/>
              </a:defRPr>
            </a:lvl3pPr>
            <a:lvl4pPr lvl="3" algn="l">
              <a:lnSpc>
                <a:spcPct val="115000"/>
              </a:lnSpc>
              <a:spcBef>
                <a:spcPts val="0"/>
              </a:spcBef>
              <a:spcAft>
                <a:spcPts val="0"/>
              </a:spcAft>
              <a:buClr>
                <a:srgbClr val="585858"/>
              </a:buClr>
              <a:buSzPts val="900"/>
              <a:buFont typeface="Roboto"/>
              <a:buNone/>
              <a:defRPr sz="900">
                <a:solidFill>
                  <a:srgbClr val="585858"/>
                </a:solidFill>
                <a:latin typeface="Roboto"/>
                <a:ea typeface="Roboto"/>
                <a:cs typeface="Roboto"/>
                <a:sym typeface="Roboto"/>
              </a:defRPr>
            </a:lvl4pPr>
            <a:lvl5pPr lvl="4" algn="l">
              <a:lnSpc>
                <a:spcPct val="115000"/>
              </a:lnSpc>
              <a:spcBef>
                <a:spcPts val="0"/>
              </a:spcBef>
              <a:spcAft>
                <a:spcPts val="0"/>
              </a:spcAft>
              <a:buClr>
                <a:srgbClr val="585858"/>
              </a:buClr>
              <a:buSzPts val="900"/>
              <a:buFont typeface="Roboto"/>
              <a:buNone/>
              <a:defRPr sz="900">
                <a:solidFill>
                  <a:srgbClr val="585858"/>
                </a:solidFill>
                <a:latin typeface="Roboto"/>
                <a:ea typeface="Roboto"/>
                <a:cs typeface="Roboto"/>
                <a:sym typeface="Roboto"/>
              </a:defRPr>
            </a:lvl5pPr>
            <a:lvl6pPr lvl="5" algn="l">
              <a:lnSpc>
                <a:spcPct val="115000"/>
              </a:lnSpc>
              <a:spcBef>
                <a:spcPts val="0"/>
              </a:spcBef>
              <a:spcAft>
                <a:spcPts val="0"/>
              </a:spcAft>
              <a:buClr>
                <a:srgbClr val="585858"/>
              </a:buClr>
              <a:buSzPts val="900"/>
              <a:buFont typeface="Roboto"/>
              <a:buNone/>
              <a:defRPr sz="900">
                <a:solidFill>
                  <a:srgbClr val="585858"/>
                </a:solidFill>
                <a:latin typeface="Roboto"/>
                <a:ea typeface="Roboto"/>
                <a:cs typeface="Roboto"/>
                <a:sym typeface="Roboto"/>
              </a:defRPr>
            </a:lvl6pPr>
            <a:lvl7pPr lvl="6" algn="l">
              <a:lnSpc>
                <a:spcPct val="115000"/>
              </a:lnSpc>
              <a:spcBef>
                <a:spcPts val="0"/>
              </a:spcBef>
              <a:spcAft>
                <a:spcPts val="0"/>
              </a:spcAft>
              <a:buClr>
                <a:srgbClr val="585858"/>
              </a:buClr>
              <a:buSzPts val="900"/>
              <a:buFont typeface="Roboto"/>
              <a:buNone/>
              <a:defRPr sz="900">
                <a:solidFill>
                  <a:srgbClr val="585858"/>
                </a:solidFill>
                <a:latin typeface="Roboto"/>
                <a:ea typeface="Roboto"/>
                <a:cs typeface="Roboto"/>
                <a:sym typeface="Roboto"/>
              </a:defRPr>
            </a:lvl7pPr>
            <a:lvl8pPr lvl="7" algn="l">
              <a:lnSpc>
                <a:spcPct val="115000"/>
              </a:lnSpc>
              <a:spcBef>
                <a:spcPts val="0"/>
              </a:spcBef>
              <a:spcAft>
                <a:spcPts val="0"/>
              </a:spcAft>
              <a:buClr>
                <a:srgbClr val="585858"/>
              </a:buClr>
              <a:buSzPts val="900"/>
              <a:buFont typeface="Roboto"/>
              <a:buNone/>
              <a:defRPr sz="900">
                <a:solidFill>
                  <a:srgbClr val="585858"/>
                </a:solidFill>
                <a:latin typeface="Roboto"/>
                <a:ea typeface="Roboto"/>
                <a:cs typeface="Roboto"/>
                <a:sym typeface="Roboto"/>
              </a:defRPr>
            </a:lvl8pPr>
            <a:lvl9pPr lvl="8" algn="l">
              <a:lnSpc>
                <a:spcPct val="115000"/>
              </a:lnSpc>
              <a:spcBef>
                <a:spcPts val="0"/>
              </a:spcBef>
              <a:spcAft>
                <a:spcPts val="0"/>
              </a:spcAft>
              <a:buClr>
                <a:srgbClr val="585858"/>
              </a:buClr>
              <a:buSzPts val="900"/>
              <a:buFont typeface="Roboto"/>
              <a:buNone/>
              <a:defRPr sz="900">
                <a:solidFill>
                  <a:srgbClr val="585858"/>
                </a:solidFill>
                <a:latin typeface="Roboto"/>
                <a:ea typeface="Roboto"/>
                <a:cs typeface="Roboto"/>
                <a:sym typeface="Roboto"/>
              </a:defRPr>
            </a:lvl9pPr>
          </a:lstStyle>
          <a:p/>
        </p:txBody>
      </p:sp>
      <p:sp>
        <p:nvSpPr>
          <p:cNvPr id="183" name="Google Shape;183;p30"/>
          <p:cNvSpPr txBox="1"/>
          <p:nvPr>
            <p:ph type="title"/>
          </p:nvPr>
        </p:nvSpPr>
        <p:spPr>
          <a:xfrm>
            <a:off x="573315" y="499109"/>
            <a:ext cx="5272800" cy="450900"/>
          </a:xfrm>
          <a:prstGeom prst="rect">
            <a:avLst/>
          </a:prstGeom>
          <a:noFill/>
          <a:ln>
            <a:noFill/>
          </a:ln>
        </p:spPr>
        <p:txBody>
          <a:bodyPr anchorCtr="0" anchor="t" bIns="0" lIns="0" spcFirstLastPara="1" rIns="0" wrap="square" tIns="0">
            <a:spAutoFit/>
          </a:bodyPr>
          <a:lstStyle>
            <a:lvl1pPr lvl="0" algn="l">
              <a:lnSpc>
                <a:spcPct val="105000"/>
              </a:lnSpc>
              <a:spcBef>
                <a:spcPts val="0"/>
              </a:spcBef>
              <a:spcAft>
                <a:spcPts val="0"/>
              </a:spcAft>
              <a:buClr>
                <a:srgbClr val="585858"/>
              </a:buClr>
              <a:buSzPts val="800"/>
              <a:buFont typeface="Roboto"/>
              <a:buNone/>
              <a:defRPr sz="800">
                <a:solidFill>
                  <a:srgbClr val="585858"/>
                </a:solidFill>
                <a:latin typeface="Roboto"/>
                <a:ea typeface="Roboto"/>
                <a:cs typeface="Roboto"/>
                <a:sym typeface="Roboto"/>
              </a:defRPr>
            </a:lvl1pPr>
            <a:lvl2pPr lvl="1" algn="l">
              <a:lnSpc>
                <a:spcPct val="105000"/>
              </a:lnSpc>
              <a:spcBef>
                <a:spcPts val="0"/>
              </a:spcBef>
              <a:spcAft>
                <a:spcPts val="0"/>
              </a:spcAft>
              <a:buClr>
                <a:srgbClr val="585858"/>
              </a:buClr>
              <a:buSzPts val="1200"/>
              <a:buFont typeface="Roboto"/>
              <a:buNone/>
              <a:defRPr sz="1200">
                <a:solidFill>
                  <a:srgbClr val="585858"/>
                </a:solidFill>
                <a:latin typeface="Roboto"/>
                <a:ea typeface="Roboto"/>
                <a:cs typeface="Roboto"/>
                <a:sym typeface="Roboto"/>
              </a:defRPr>
            </a:lvl2pPr>
            <a:lvl3pPr lvl="2" algn="l">
              <a:lnSpc>
                <a:spcPct val="105000"/>
              </a:lnSpc>
              <a:spcBef>
                <a:spcPts val="0"/>
              </a:spcBef>
              <a:spcAft>
                <a:spcPts val="0"/>
              </a:spcAft>
              <a:buClr>
                <a:srgbClr val="585858"/>
              </a:buClr>
              <a:buSzPts val="1200"/>
              <a:buFont typeface="Roboto"/>
              <a:buNone/>
              <a:defRPr sz="1200">
                <a:solidFill>
                  <a:srgbClr val="585858"/>
                </a:solidFill>
                <a:latin typeface="Roboto"/>
                <a:ea typeface="Roboto"/>
                <a:cs typeface="Roboto"/>
                <a:sym typeface="Roboto"/>
              </a:defRPr>
            </a:lvl3pPr>
            <a:lvl4pPr lvl="3" algn="l">
              <a:lnSpc>
                <a:spcPct val="105000"/>
              </a:lnSpc>
              <a:spcBef>
                <a:spcPts val="0"/>
              </a:spcBef>
              <a:spcAft>
                <a:spcPts val="0"/>
              </a:spcAft>
              <a:buClr>
                <a:srgbClr val="585858"/>
              </a:buClr>
              <a:buSzPts val="1200"/>
              <a:buFont typeface="Roboto"/>
              <a:buNone/>
              <a:defRPr sz="1200">
                <a:solidFill>
                  <a:srgbClr val="585858"/>
                </a:solidFill>
                <a:latin typeface="Roboto"/>
                <a:ea typeface="Roboto"/>
                <a:cs typeface="Roboto"/>
                <a:sym typeface="Roboto"/>
              </a:defRPr>
            </a:lvl4pPr>
            <a:lvl5pPr lvl="4" algn="l">
              <a:lnSpc>
                <a:spcPct val="105000"/>
              </a:lnSpc>
              <a:spcBef>
                <a:spcPts val="0"/>
              </a:spcBef>
              <a:spcAft>
                <a:spcPts val="0"/>
              </a:spcAft>
              <a:buClr>
                <a:srgbClr val="585858"/>
              </a:buClr>
              <a:buSzPts val="1200"/>
              <a:buFont typeface="Roboto"/>
              <a:buNone/>
              <a:defRPr sz="1200">
                <a:solidFill>
                  <a:srgbClr val="585858"/>
                </a:solidFill>
                <a:latin typeface="Roboto"/>
                <a:ea typeface="Roboto"/>
                <a:cs typeface="Roboto"/>
                <a:sym typeface="Roboto"/>
              </a:defRPr>
            </a:lvl5pPr>
            <a:lvl6pPr lvl="5" algn="l">
              <a:lnSpc>
                <a:spcPct val="105000"/>
              </a:lnSpc>
              <a:spcBef>
                <a:spcPts val="0"/>
              </a:spcBef>
              <a:spcAft>
                <a:spcPts val="0"/>
              </a:spcAft>
              <a:buClr>
                <a:srgbClr val="585858"/>
              </a:buClr>
              <a:buSzPts val="1200"/>
              <a:buFont typeface="Roboto"/>
              <a:buNone/>
              <a:defRPr sz="1200">
                <a:solidFill>
                  <a:srgbClr val="585858"/>
                </a:solidFill>
                <a:latin typeface="Roboto"/>
                <a:ea typeface="Roboto"/>
                <a:cs typeface="Roboto"/>
                <a:sym typeface="Roboto"/>
              </a:defRPr>
            </a:lvl6pPr>
            <a:lvl7pPr lvl="6" algn="l">
              <a:lnSpc>
                <a:spcPct val="105000"/>
              </a:lnSpc>
              <a:spcBef>
                <a:spcPts val="0"/>
              </a:spcBef>
              <a:spcAft>
                <a:spcPts val="0"/>
              </a:spcAft>
              <a:buClr>
                <a:srgbClr val="585858"/>
              </a:buClr>
              <a:buSzPts val="1200"/>
              <a:buFont typeface="Roboto"/>
              <a:buNone/>
              <a:defRPr sz="1200">
                <a:solidFill>
                  <a:srgbClr val="585858"/>
                </a:solidFill>
                <a:latin typeface="Roboto"/>
                <a:ea typeface="Roboto"/>
                <a:cs typeface="Roboto"/>
                <a:sym typeface="Roboto"/>
              </a:defRPr>
            </a:lvl7pPr>
            <a:lvl8pPr lvl="7" algn="l">
              <a:lnSpc>
                <a:spcPct val="105000"/>
              </a:lnSpc>
              <a:spcBef>
                <a:spcPts val="0"/>
              </a:spcBef>
              <a:spcAft>
                <a:spcPts val="0"/>
              </a:spcAft>
              <a:buClr>
                <a:srgbClr val="585858"/>
              </a:buClr>
              <a:buSzPts val="1200"/>
              <a:buFont typeface="Roboto"/>
              <a:buNone/>
              <a:defRPr sz="1200">
                <a:solidFill>
                  <a:srgbClr val="585858"/>
                </a:solidFill>
                <a:latin typeface="Roboto"/>
                <a:ea typeface="Roboto"/>
                <a:cs typeface="Roboto"/>
                <a:sym typeface="Roboto"/>
              </a:defRPr>
            </a:lvl8pPr>
            <a:lvl9pPr lvl="8" algn="l">
              <a:lnSpc>
                <a:spcPct val="105000"/>
              </a:lnSpc>
              <a:spcBef>
                <a:spcPts val="0"/>
              </a:spcBef>
              <a:spcAft>
                <a:spcPts val="0"/>
              </a:spcAft>
              <a:buClr>
                <a:srgbClr val="585858"/>
              </a:buClr>
              <a:buSzPts val="1200"/>
              <a:buFont typeface="Roboto"/>
              <a:buNone/>
              <a:defRPr sz="1200">
                <a:solidFill>
                  <a:srgbClr val="585858"/>
                </a:solidFill>
                <a:latin typeface="Roboto"/>
                <a:ea typeface="Roboto"/>
                <a:cs typeface="Roboto"/>
                <a:sym typeface="Roboto"/>
              </a:defRPr>
            </a:lvl9pPr>
          </a:lstStyle>
          <a:p/>
        </p:txBody>
      </p:sp>
      <p:pic>
        <p:nvPicPr>
          <p:cNvPr descr="Image" id="184" name="Google Shape;184;p30"/>
          <p:cNvPicPr preferRelativeResize="0"/>
          <p:nvPr/>
        </p:nvPicPr>
        <p:blipFill rotWithShape="1">
          <a:blip r:embed="rId2">
            <a:alphaModFix/>
          </a:blip>
          <a:srcRect b="10" l="0" r="83579" t="-10"/>
          <a:stretch/>
        </p:blipFill>
        <p:spPr>
          <a:xfrm>
            <a:off x="228599" y="228600"/>
            <a:ext cx="195000" cy="180000"/>
          </a:xfrm>
          <a:prstGeom prst="rect">
            <a:avLst/>
          </a:prstGeom>
          <a:noFill/>
          <a:ln>
            <a:noFill/>
          </a:ln>
        </p:spPr>
      </p:pic>
      <p:sp>
        <p:nvSpPr>
          <p:cNvPr id="185" name="Google Shape;185;p30"/>
          <p:cNvSpPr txBox="1"/>
          <p:nvPr>
            <p:ph idx="2" type="title"/>
          </p:nvPr>
        </p:nvSpPr>
        <p:spPr>
          <a:xfrm>
            <a:off x="573325" y="217675"/>
            <a:ext cx="7997100" cy="190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rgbClr val="1B1B1B"/>
              </a:buClr>
              <a:buSzPts val="1400"/>
              <a:buFont typeface="Roboto Medium"/>
              <a:buNone/>
              <a:defRPr sz="1400">
                <a:solidFill>
                  <a:srgbClr val="1B1B1B"/>
                </a:solidFill>
                <a:latin typeface="Roboto Medium"/>
                <a:ea typeface="Roboto Medium"/>
                <a:cs typeface="Roboto Medium"/>
                <a:sym typeface="Roboto Medium"/>
              </a:defRPr>
            </a:lvl1pPr>
            <a:lvl2pPr lvl="1" algn="l">
              <a:lnSpc>
                <a:spcPct val="100000"/>
              </a:lnSpc>
              <a:spcBef>
                <a:spcPts val="0"/>
              </a:spcBef>
              <a:spcAft>
                <a:spcPts val="0"/>
              </a:spcAft>
              <a:buClr>
                <a:srgbClr val="1B1B1B"/>
              </a:buClr>
              <a:buSzPts val="2800"/>
              <a:buFont typeface="Roboto"/>
              <a:buNone/>
              <a:defRPr>
                <a:solidFill>
                  <a:srgbClr val="1B1B1B"/>
                </a:solidFill>
                <a:latin typeface="Roboto"/>
                <a:ea typeface="Roboto"/>
                <a:cs typeface="Roboto"/>
                <a:sym typeface="Roboto"/>
              </a:defRPr>
            </a:lvl2pPr>
            <a:lvl3pPr lvl="2" algn="l">
              <a:lnSpc>
                <a:spcPct val="100000"/>
              </a:lnSpc>
              <a:spcBef>
                <a:spcPts val="0"/>
              </a:spcBef>
              <a:spcAft>
                <a:spcPts val="0"/>
              </a:spcAft>
              <a:buClr>
                <a:srgbClr val="1B1B1B"/>
              </a:buClr>
              <a:buSzPts val="2800"/>
              <a:buFont typeface="Roboto"/>
              <a:buNone/>
              <a:defRPr>
                <a:solidFill>
                  <a:srgbClr val="1B1B1B"/>
                </a:solidFill>
                <a:latin typeface="Roboto"/>
                <a:ea typeface="Roboto"/>
                <a:cs typeface="Roboto"/>
                <a:sym typeface="Roboto"/>
              </a:defRPr>
            </a:lvl3pPr>
            <a:lvl4pPr lvl="3" algn="l">
              <a:lnSpc>
                <a:spcPct val="100000"/>
              </a:lnSpc>
              <a:spcBef>
                <a:spcPts val="0"/>
              </a:spcBef>
              <a:spcAft>
                <a:spcPts val="0"/>
              </a:spcAft>
              <a:buClr>
                <a:srgbClr val="1B1B1B"/>
              </a:buClr>
              <a:buSzPts val="2800"/>
              <a:buFont typeface="Roboto"/>
              <a:buNone/>
              <a:defRPr>
                <a:solidFill>
                  <a:srgbClr val="1B1B1B"/>
                </a:solidFill>
                <a:latin typeface="Roboto"/>
                <a:ea typeface="Roboto"/>
                <a:cs typeface="Roboto"/>
                <a:sym typeface="Roboto"/>
              </a:defRPr>
            </a:lvl4pPr>
            <a:lvl5pPr lvl="4" algn="l">
              <a:lnSpc>
                <a:spcPct val="100000"/>
              </a:lnSpc>
              <a:spcBef>
                <a:spcPts val="0"/>
              </a:spcBef>
              <a:spcAft>
                <a:spcPts val="0"/>
              </a:spcAft>
              <a:buClr>
                <a:srgbClr val="1B1B1B"/>
              </a:buClr>
              <a:buSzPts val="2800"/>
              <a:buFont typeface="Roboto"/>
              <a:buNone/>
              <a:defRPr>
                <a:solidFill>
                  <a:srgbClr val="1B1B1B"/>
                </a:solidFill>
                <a:latin typeface="Roboto"/>
                <a:ea typeface="Roboto"/>
                <a:cs typeface="Roboto"/>
                <a:sym typeface="Roboto"/>
              </a:defRPr>
            </a:lvl5pPr>
            <a:lvl6pPr lvl="5" algn="l">
              <a:lnSpc>
                <a:spcPct val="100000"/>
              </a:lnSpc>
              <a:spcBef>
                <a:spcPts val="0"/>
              </a:spcBef>
              <a:spcAft>
                <a:spcPts val="0"/>
              </a:spcAft>
              <a:buClr>
                <a:srgbClr val="1B1B1B"/>
              </a:buClr>
              <a:buSzPts val="2800"/>
              <a:buFont typeface="Roboto"/>
              <a:buNone/>
              <a:defRPr>
                <a:solidFill>
                  <a:srgbClr val="1B1B1B"/>
                </a:solidFill>
                <a:latin typeface="Roboto"/>
                <a:ea typeface="Roboto"/>
                <a:cs typeface="Roboto"/>
                <a:sym typeface="Roboto"/>
              </a:defRPr>
            </a:lvl6pPr>
            <a:lvl7pPr lvl="6" algn="l">
              <a:lnSpc>
                <a:spcPct val="100000"/>
              </a:lnSpc>
              <a:spcBef>
                <a:spcPts val="0"/>
              </a:spcBef>
              <a:spcAft>
                <a:spcPts val="0"/>
              </a:spcAft>
              <a:buClr>
                <a:srgbClr val="1B1B1B"/>
              </a:buClr>
              <a:buSzPts val="2800"/>
              <a:buFont typeface="Roboto"/>
              <a:buNone/>
              <a:defRPr>
                <a:solidFill>
                  <a:srgbClr val="1B1B1B"/>
                </a:solidFill>
                <a:latin typeface="Roboto"/>
                <a:ea typeface="Roboto"/>
                <a:cs typeface="Roboto"/>
                <a:sym typeface="Roboto"/>
              </a:defRPr>
            </a:lvl7pPr>
            <a:lvl8pPr lvl="7" algn="l">
              <a:lnSpc>
                <a:spcPct val="100000"/>
              </a:lnSpc>
              <a:spcBef>
                <a:spcPts val="0"/>
              </a:spcBef>
              <a:spcAft>
                <a:spcPts val="0"/>
              </a:spcAft>
              <a:buClr>
                <a:srgbClr val="1B1B1B"/>
              </a:buClr>
              <a:buSzPts val="2800"/>
              <a:buFont typeface="Roboto"/>
              <a:buNone/>
              <a:defRPr>
                <a:solidFill>
                  <a:srgbClr val="1B1B1B"/>
                </a:solidFill>
                <a:latin typeface="Roboto"/>
                <a:ea typeface="Roboto"/>
                <a:cs typeface="Roboto"/>
                <a:sym typeface="Roboto"/>
              </a:defRPr>
            </a:lvl8pPr>
            <a:lvl9pPr lvl="8" algn="l">
              <a:lnSpc>
                <a:spcPct val="100000"/>
              </a:lnSpc>
              <a:spcBef>
                <a:spcPts val="0"/>
              </a:spcBef>
              <a:spcAft>
                <a:spcPts val="0"/>
              </a:spcAft>
              <a:buClr>
                <a:srgbClr val="1B1B1B"/>
              </a:buClr>
              <a:buSzPts val="2800"/>
              <a:buFont typeface="Roboto"/>
              <a:buNone/>
              <a:defRPr>
                <a:solidFill>
                  <a:srgbClr val="1B1B1B"/>
                </a:solidFill>
                <a:latin typeface="Roboto"/>
                <a:ea typeface="Roboto"/>
                <a:cs typeface="Roboto"/>
                <a:sym typeface="Robot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Black_With Logo_Title">
  <p:cSld name="SECTION_HEADER_3 copy 1_2_1_1_1_3_1_4">
    <p:bg>
      <p:bgPr>
        <a:solidFill>
          <a:schemeClr val="dk1"/>
        </a:solidFill>
      </p:bgPr>
    </p:bg>
    <p:spTree>
      <p:nvGrpSpPr>
        <p:cNvPr id="186" name="Shape 186"/>
        <p:cNvGrpSpPr/>
        <p:nvPr/>
      </p:nvGrpSpPr>
      <p:grpSpPr>
        <a:xfrm>
          <a:off x="0" y="0"/>
          <a:ext cx="0" cy="0"/>
          <a:chOff x="0" y="0"/>
          <a:chExt cx="0" cy="0"/>
        </a:xfrm>
      </p:grpSpPr>
      <p:pic>
        <p:nvPicPr>
          <p:cNvPr id="187" name="Google Shape;187;p31"/>
          <p:cNvPicPr preferRelativeResize="0"/>
          <p:nvPr/>
        </p:nvPicPr>
        <p:blipFill rotWithShape="1">
          <a:blip r:embed="rId2">
            <a:alphaModFix/>
          </a:blip>
          <a:srcRect b="0" l="90" r="90" t="0"/>
          <a:stretch/>
        </p:blipFill>
        <p:spPr>
          <a:xfrm>
            <a:off x="302550" y="302550"/>
            <a:ext cx="1540076" cy="233525"/>
          </a:xfrm>
          <a:prstGeom prst="rect">
            <a:avLst/>
          </a:prstGeom>
          <a:noFill/>
          <a:ln>
            <a:noFill/>
          </a:ln>
        </p:spPr>
      </p:pic>
      <p:sp>
        <p:nvSpPr>
          <p:cNvPr id="188" name="Google Shape;188;p31"/>
          <p:cNvSpPr txBox="1"/>
          <p:nvPr>
            <p:ph type="title"/>
          </p:nvPr>
        </p:nvSpPr>
        <p:spPr>
          <a:xfrm>
            <a:off x="302550" y="769600"/>
            <a:ext cx="8538900" cy="585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SzPts val="1700"/>
              <a:buNone/>
              <a:defRPr>
                <a:solidFill>
                  <a:schemeClr val="dk2"/>
                </a:solidFill>
              </a:defRPr>
            </a:lvl1pPr>
            <a:lvl2pPr lvl="1" algn="l">
              <a:lnSpc>
                <a:spcPct val="100000"/>
              </a:lnSpc>
              <a:spcBef>
                <a:spcPts val="0"/>
              </a:spcBef>
              <a:spcAft>
                <a:spcPts val="0"/>
              </a:spcAft>
              <a:buClr>
                <a:schemeClr val="dk2"/>
              </a:buClr>
              <a:buSzPts val="1700"/>
              <a:buNone/>
              <a:defRPr sz="1700">
                <a:solidFill>
                  <a:schemeClr val="dk2"/>
                </a:solidFill>
              </a:defRPr>
            </a:lvl2pPr>
            <a:lvl3pPr lvl="2" algn="l">
              <a:lnSpc>
                <a:spcPct val="100000"/>
              </a:lnSpc>
              <a:spcBef>
                <a:spcPts val="0"/>
              </a:spcBef>
              <a:spcAft>
                <a:spcPts val="0"/>
              </a:spcAft>
              <a:buClr>
                <a:schemeClr val="dk2"/>
              </a:buClr>
              <a:buSzPts val="1700"/>
              <a:buNone/>
              <a:defRPr sz="1700">
                <a:solidFill>
                  <a:schemeClr val="dk2"/>
                </a:solidFill>
              </a:defRPr>
            </a:lvl3pPr>
            <a:lvl4pPr lvl="3" algn="l">
              <a:lnSpc>
                <a:spcPct val="100000"/>
              </a:lnSpc>
              <a:spcBef>
                <a:spcPts val="0"/>
              </a:spcBef>
              <a:spcAft>
                <a:spcPts val="0"/>
              </a:spcAft>
              <a:buClr>
                <a:schemeClr val="dk2"/>
              </a:buClr>
              <a:buSzPts val="1700"/>
              <a:buNone/>
              <a:defRPr sz="1700">
                <a:solidFill>
                  <a:schemeClr val="dk2"/>
                </a:solidFill>
              </a:defRPr>
            </a:lvl4pPr>
            <a:lvl5pPr lvl="4" algn="l">
              <a:lnSpc>
                <a:spcPct val="100000"/>
              </a:lnSpc>
              <a:spcBef>
                <a:spcPts val="0"/>
              </a:spcBef>
              <a:spcAft>
                <a:spcPts val="0"/>
              </a:spcAft>
              <a:buClr>
                <a:schemeClr val="dk2"/>
              </a:buClr>
              <a:buSzPts val="1700"/>
              <a:buNone/>
              <a:defRPr sz="1700">
                <a:solidFill>
                  <a:schemeClr val="dk2"/>
                </a:solidFill>
              </a:defRPr>
            </a:lvl5pPr>
            <a:lvl6pPr lvl="5" algn="l">
              <a:lnSpc>
                <a:spcPct val="100000"/>
              </a:lnSpc>
              <a:spcBef>
                <a:spcPts val="0"/>
              </a:spcBef>
              <a:spcAft>
                <a:spcPts val="0"/>
              </a:spcAft>
              <a:buClr>
                <a:schemeClr val="dk2"/>
              </a:buClr>
              <a:buSzPts val="1700"/>
              <a:buNone/>
              <a:defRPr sz="1700">
                <a:solidFill>
                  <a:schemeClr val="dk2"/>
                </a:solidFill>
              </a:defRPr>
            </a:lvl6pPr>
            <a:lvl7pPr lvl="6" algn="l">
              <a:lnSpc>
                <a:spcPct val="100000"/>
              </a:lnSpc>
              <a:spcBef>
                <a:spcPts val="0"/>
              </a:spcBef>
              <a:spcAft>
                <a:spcPts val="0"/>
              </a:spcAft>
              <a:buClr>
                <a:schemeClr val="dk2"/>
              </a:buClr>
              <a:buSzPts val="1700"/>
              <a:buNone/>
              <a:defRPr sz="1700">
                <a:solidFill>
                  <a:schemeClr val="dk2"/>
                </a:solidFill>
              </a:defRPr>
            </a:lvl7pPr>
            <a:lvl8pPr lvl="7" algn="l">
              <a:lnSpc>
                <a:spcPct val="100000"/>
              </a:lnSpc>
              <a:spcBef>
                <a:spcPts val="0"/>
              </a:spcBef>
              <a:spcAft>
                <a:spcPts val="0"/>
              </a:spcAft>
              <a:buClr>
                <a:schemeClr val="dk2"/>
              </a:buClr>
              <a:buSzPts val="1700"/>
              <a:buNone/>
              <a:defRPr sz="1700">
                <a:solidFill>
                  <a:schemeClr val="dk2"/>
                </a:solidFill>
              </a:defRPr>
            </a:lvl8pPr>
            <a:lvl9pPr lvl="8" algn="l">
              <a:lnSpc>
                <a:spcPct val="100000"/>
              </a:lnSpc>
              <a:spcBef>
                <a:spcPts val="0"/>
              </a:spcBef>
              <a:spcAft>
                <a:spcPts val="0"/>
              </a:spcAft>
              <a:buClr>
                <a:schemeClr val="dk2"/>
              </a:buClr>
              <a:buSzPts val="1700"/>
              <a:buNone/>
              <a:defRPr sz="1700">
                <a:solidFill>
                  <a:schemeClr val="dk2"/>
                </a:solidFill>
              </a:defRPr>
            </a:lvl9pPr>
          </a:lstStyle>
          <a:p/>
        </p:txBody>
      </p:sp>
      <p:sp>
        <p:nvSpPr>
          <p:cNvPr id="189" name="Google Shape;189;p31"/>
          <p:cNvSpPr txBox="1"/>
          <p:nvPr>
            <p:ph idx="12" type="sldNum"/>
          </p:nvPr>
        </p:nvSpPr>
        <p:spPr>
          <a:xfrm>
            <a:off x="57584" y="4873626"/>
            <a:ext cx="548700" cy="92400"/>
          </a:xfrm>
          <a:prstGeom prst="rect">
            <a:avLst/>
          </a:prstGeom>
          <a:noFill/>
          <a:ln>
            <a:noFill/>
          </a:ln>
        </p:spPr>
        <p:txBody>
          <a:bodyPr anchorCtr="0" anchor="t" bIns="0" lIns="0" spcFirstLastPara="1" rIns="0" wrap="square" tIns="0">
            <a:spAutoFit/>
          </a:bodyPr>
          <a:lstStyle>
            <a:lvl1pPr indent="0" lvl="0" marL="0" marR="0" algn="l">
              <a:lnSpc>
                <a:spcPct val="100000"/>
              </a:lnSpc>
              <a:spcBef>
                <a:spcPts val="0"/>
              </a:spcBef>
              <a:spcAft>
                <a:spcPts val="0"/>
              </a:spcAft>
              <a:buClr>
                <a:srgbClr val="000000"/>
              </a:buClr>
              <a:buSzPts val="600"/>
              <a:buFont typeface="Arial"/>
              <a:buNone/>
              <a:defRPr b="0" i="0" sz="600" u="none" cap="none" strike="noStrike">
                <a:solidFill>
                  <a:srgbClr val="9E9E9E"/>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600"/>
              <a:buFont typeface="Arial"/>
              <a:buNone/>
              <a:defRPr b="0" i="0" sz="600" u="none" cap="none" strike="noStrike">
                <a:solidFill>
                  <a:srgbClr val="9E9E9E"/>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600"/>
              <a:buFont typeface="Arial"/>
              <a:buNone/>
              <a:defRPr b="0" i="0" sz="600" u="none" cap="none" strike="noStrike">
                <a:solidFill>
                  <a:srgbClr val="9E9E9E"/>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600"/>
              <a:buFont typeface="Arial"/>
              <a:buNone/>
              <a:defRPr b="0" i="0" sz="600" u="none" cap="none" strike="noStrike">
                <a:solidFill>
                  <a:srgbClr val="9E9E9E"/>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600"/>
              <a:buFont typeface="Arial"/>
              <a:buNone/>
              <a:defRPr b="0" i="0" sz="600" u="none" cap="none" strike="noStrike">
                <a:solidFill>
                  <a:srgbClr val="9E9E9E"/>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600"/>
              <a:buFont typeface="Arial"/>
              <a:buNone/>
              <a:defRPr b="0" i="0" sz="600" u="none" cap="none" strike="noStrike">
                <a:solidFill>
                  <a:srgbClr val="9E9E9E"/>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600"/>
              <a:buFont typeface="Arial"/>
              <a:buNone/>
              <a:defRPr b="0" i="0" sz="600" u="none" cap="none" strike="noStrike">
                <a:solidFill>
                  <a:srgbClr val="9E9E9E"/>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600"/>
              <a:buFont typeface="Arial"/>
              <a:buNone/>
              <a:defRPr b="0" i="0" sz="600" u="none" cap="none" strike="noStrike">
                <a:solidFill>
                  <a:srgbClr val="9E9E9E"/>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600"/>
              <a:buFont typeface="Arial"/>
              <a:buNone/>
              <a:defRPr b="0" i="0" sz="600" u="none" cap="none" strike="noStrike">
                <a:solidFill>
                  <a:srgbClr val="9E9E9E"/>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sz="1300">
              <a:solidFill>
                <a:schemeClr val="dk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02550" y="769600"/>
            <a:ext cx="8538900" cy="16128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000"/>
              <a:buFont typeface="Roboto"/>
              <a:buNone/>
              <a:defRPr b="0" i="0" sz="2000" u="none" cap="none" strike="noStrike">
                <a:solidFill>
                  <a:schemeClr val="dk1"/>
                </a:solidFill>
                <a:latin typeface="Roboto"/>
                <a:ea typeface="Roboto"/>
                <a:cs typeface="Roboto"/>
                <a:sym typeface="Roboto"/>
              </a:defRPr>
            </a:lvl1pPr>
            <a:lvl2pPr lvl="1" marR="0" algn="l">
              <a:lnSpc>
                <a:spcPct val="100000"/>
              </a:lnSpc>
              <a:spcBef>
                <a:spcPts val="0"/>
              </a:spcBef>
              <a:spcAft>
                <a:spcPts val="0"/>
              </a:spcAft>
              <a:buClr>
                <a:schemeClr val="dk1"/>
              </a:buClr>
              <a:buSzPts val="2000"/>
              <a:buFont typeface="Space Grotesk"/>
              <a:buNone/>
              <a:defRPr b="1" i="0" sz="2000" u="none" cap="none" strike="noStrike">
                <a:solidFill>
                  <a:schemeClr val="dk1"/>
                </a:solidFill>
                <a:latin typeface="Space Grotesk"/>
                <a:ea typeface="Space Grotesk"/>
                <a:cs typeface="Space Grotesk"/>
                <a:sym typeface="Space Grotesk"/>
              </a:defRPr>
            </a:lvl2pPr>
            <a:lvl3pPr lvl="2" marR="0" algn="l">
              <a:lnSpc>
                <a:spcPct val="100000"/>
              </a:lnSpc>
              <a:spcBef>
                <a:spcPts val="0"/>
              </a:spcBef>
              <a:spcAft>
                <a:spcPts val="0"/>
              </a:spcAft>
              <a:buClr>
                <a:schemeClr val="dk1"/>
              </a:buClr>
              <a:buSzPts val="2000"/>
              <a:buFont typeface="Space Grotesk"/>
              <a:buNone/>
              <a:defRPr b="1" i="0" sz="2000" u="none" cap="none" strike="noStrike">
                <a:solidFill>
                  <a:schemeClr val="dk1"/>
                </a:solidFill>
                <a:latin typeface="Space Grotesk"/>
                <a:ea typeface="Space Grotesk"/>
                <a:cs typeface="Space Grotesk"/>
                <a:sym typeface="Space Grotesk"/>
              </a:defRPr>
            </a:lvl3pPr>
            <a:lvl4pPr lvl="3" marR="0" algn="l">
              <a:lnSpc>
                <a:spcPct val="100000"/>
              </a:lnSpc>
              <a:spcBef>
                <a:spcPts val="0"/>
              </a:spcBef>
              <a:spcAft>
                <a:spcPts val="0"/>
              </a:spcAft>
              <a:buClr>
                <a:schemeClr val="dk1"/>
              </a:buClr>
              <a:buSzPts val="2000"/>
              <a:buFont typeface="Space Grotesk"/>
              <a:buNone/>
              <a:defRPr b="1" i="0" sz="2000" u="none" cap="none" strike="noStrike">
                <a:solidFill>
                  <a:schemeClr val="dk1"/>
                </a:solidFill>
                <a:latin typeface="Space Grotesk"/>
                <a:ea typeface="Space Grotesk"/>
                <a:cs typeface="Space Grotesk"/>
                <a:sym typeface="Space Grotesk"/>
              </a:defRPr>
            </a:lvl4pPr>
            <a:lvl5pPr lvl="4" marR="0" algn="l">
              <a:lnSpc>
                <a:spcPct val="100000"/>
              </a:lnSpc>
              <a:spcBef>
                <a:spcPts val="0"/>
              </a:spcBef>
              <a:spcAft>
                <a:spcPts val="0"/>
              </a:spcAft>
              <a:buClr>
                <a:schemeClr val="dk1"/>
              </a:buClr>
              <a:buSzPts val="2000"/>
              <a:buFont typeface="Space Grotesk"/>
              <a:buNone/>
              <a:defRPr b="1" i="0" sz="2000" u="none" cap="none" strike="noStrike">
                <a:solidFill>
                  <a:schemeClr val="dk1"/>
                </a:solidFill>
                <a:latin typeface="Space Grotesk"/>
                <a:ea typeface="Space Grotesk"/>
                <a:cs typeface="Space Grotesk"/>
                <a:sym typeface="Space Grotesk"/>
              </a:defRPr>
            </a:lvl5pPr>
            <a:lvl6pPr lvl="5" marR="0" algn="l">
              <a:lnSpc>
                <a:spcPct val="100000"/>
              </a:lnSpc>
              <a:spcBef>
                <a:spcPts val="0"/>
              </a:spcBef>
              <a:spcAft>
                <a:spcPts val="0"/>
              </a:spcAft>
              <a:buClr>
                <a:schemeClr val="dk1"/>
              </a:buClr>
              <a:buSzPts val="2000"/>
              <a:buFont typeface="Space Grotesk"/>
              <a:buNone/>
              <a:defRPr b="1" i="0" sz="2000" u="none" cap="none" strike="noStrike">
                <a:solidFill>
                  <a:schemeClr val="dk1"/>
                </a:solidFill>
                <a:latin typeface="Space Grotesk"/>
                <a:ea typeface="Space Grotesk"/>
                <a:cs typeface="Space Grotesk"/>
                <a:sym typeface="Space Grotesk"/>
              </a:defRPr>
            </a:lvl6pPr>
            <a:lvl7pPr lvl="6" marR="0" algn="l">
              <a:lnSpc>
                <a:spcPct val="100000"/>
              </a:lnSpc>
              <a:spcBef>
                <a:spcPts val="0"/>
              </a:spcBef>
              <a:spcAft>
                <a:spcPts val="0"/>
              </a:spcAft>
              <a:buClr>
                <a:schemeClr val="dk1"/>
              </a:buClr>
              <a:buSzPts val="2000"/>
              <a:buFont typeface="Space Grotesk"/>
              <a:buNone/>
              <a:defRPr b="1" i="0" sz="2000" u="none" cap="none" strike="noStrike">
                <a:solidFill>
                  <a:schemeClr val="dk1"/>
                </a:solidFill>
                <a:latin typeface="Space Grotesk"/>
                <a:ea typeface="Space Grotesk"/>
                <a:cs typeface="Space Grotesk"/>
                <a:sym typeface="Space Grotesk"/>
              </a:defRPr>
            </a:lvl7pPr>
            <a:lvl8pPr lvl="7" marR="0" algn="l">
              <a:lnSpc>
                <a:spcPct val="100000"/>
              </a:lnSpc>
              <a:spcBef>
                <a:spcPts val="0"/>
              </a:spcBef>
              <a:spcAft>
                <a:spcPts val="0"/>
              </a:spcAft>
              <a:buClr>
                <a:schemeClr val="dk1"/>
              </a:buClr>
              <a:buSzPts val="2000"/>
              <a:buFont typeface="Space Grotesk"/>
              <a:buNone/>
              <a:defRPr b="1" i="0" sz="2000" u="none" cap="none" strike="noStrike">
                <a:solidFill>
                  <a:schemeClr val="dk1"/>
                </a:solidFill>
                <a:latin typeface="Space Grotesk"/>
                <a:ea typeface="Space Grotesk"/>
                <a:cs typeface="Space Grotesk"/>
                <a:sym typeface="Space Grotesk"/>
              </a:defRPr>
            </a:lvl8pPr>
            <a:lvl9pPr lvl="8" marR="0" algn="l">
              <a:lnSpc>
                <a:spcPct val="100000"/>
              </a:lnSpc>
              <a:spcBef>
                <a:spcPts val="0"/>
              </a:spcBef>
              <a:spcAft>
                <a:spcPts val="0"/>
              </a:spcAft>
              <a:buClr>
                <a:schemeClr val="dk1"/>
              </a:buClr>
              <a:buSzPts val="2000"/>
              <a:buFont typeface="Space Grotesk"/>
              <a:buNone/>
              <a:defRPr b="1" i="0" sz="2000" u="none" cap="none" strike="noStrike">
                <a:solidFill>
                  <a:schemeClr val="dk1"/>
                </a:solidFill>
                <a:latin typeface="Space Grotesk"/>
                <a:ea typeface="Space Grotesk"/>
                <a:cs typeface="Space Grotesk"/>
                <a:sym typeface="Space Grotesk"/>
              </a:defRPr>
            </a:lvl9pPr>
          </a:lstStyle>
          <a:p/>
        </p:txBody>
      </p:sp>
      <p:sp>
        <p:nvSpPr>
          <p:cNvPr id="7" name="Google Shape;7;p1"/>
          <p:cNvSpPr txBox="1"/>
          <p:nvPr>
            <p:ph idx="1" type="body"/>
          </p:nvPr>
        </p:nvSpPr>
        <p:spPr>
          <a:xfrm>
            <a:off x="540000" y="1308600"/>
            <a:ext cx="8064000" cy="3583200"/>
          </a:xfrm>
          <a:prstGeom prst="rect">
            <a:avLst/>
          </a:prstGeom>
          <a:noFill/>
          <a:ln>
            <a:noFill/>
          </a:ln>
        </p:spPr>
        <p:txBody>
          <a:bodyPr anchorCtr="0" anchor="t" bIns="0" lIns="0" spcFirstLastPara="1" rIns="0" wrap="square" tIns="0">
            <a:spAutoFit/>
          </a:bodyPr>
          <a:lstStyle>
            <a:lvl1pPr indent="-304800" lvl="0" marL="457200" marR="0" algn="l">
              <a:lnSpc>
                <a:spcPct val="115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1pPr>
            <a:lvl2pPr indent="-304800" lvl="1" marL="914400" marR="0" algn="l">
              <a:lnSpc>
                <a:spcPct val="115000"/>
              </a:lnSpc>
              <a:spcBef>
                <a:spcPts val="60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2pPr>
            <a:lvl3pPr indent="-304800" lvl="2" marL="1371600" marR="0" algn="l">
              <a:lnSpc>
                <a:spcPct val="115000"/>
              </a:lnSpc>
              <a:spcBef>
                <a:spcPts val="60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3pPr>
            <a:lvl4pPr indent="-292100" lvl="3" marL="1828800" marR="0" algn="l">
              <a:lnSpc>
                <a:spcPct val="115000"/>
              </a:lnSpc>
              <a:spcBef>
                <a:spcPts val="600"/>
              </a:spcBef>
              <a:spcAft>
                <a:spcPts val="0"/>
              </a:spcAft>
              <a:buClr>
                <a:schemeClr val="dk1"/>
              </a:buClr>
              <a:buSzPts val="1000"/>
              <a:buFont typeface="Roboto"/>
              <a:buChar char="●"/>
              <a:defRPr b="0" i="0" sz="1000" u="none" cap="none" strike="noStrike">
                <a:solidFill>
                  <a:schemeClr val="dk1"/>
                </a:solidFill>
                <a:latin typeface="Roboto"/>
                <a:ea typeface="Roboto"/>
                <a:cs typeface="Roboto"/>
                <a:sym typeface="Roboto"/>
              </a:defRPr>
            </a:lvl4pPr>
            <a:lvl5pPr indent="-292100" lvl="4" marL="2286000" marR="0" algn="l">
              <a:lnSpc>
                <a:spcPct val="115000"/>
              </a:lnSpc>
              <a:spcBef>
                <a:spcPts val="600"/>
              </a:spcBef>
              <a:spcAft>
                <a:spcPts val="0"/>
              </a:spcAft>
              <a:buClr>
                <a:schemeClr val="dk1"/>
              </a:buClr>
              <a:buSzPts val="1000"/>
              <a:buFont typeface="Roboto"/>
              <a:buChar char="○"/>
              <a:defRPr b="0" i="0" sz="1000" u="none" cap="none" strike="noStrike">
                <a:solidFill>
                  <a:schemeClr val="dk1"/>
                </a:solidFill>
                <a:latin typeface="Roboto"/>
                <a:ea typeface="Roboto"/>
                <a:cs typeface="Roboto"/>
                <a:sym typeface="Roboto"/>
              </a:defRPr>
            </a:lvl5pPr>
            <a:lvl6pPr indent="-292100" lvl="5" marL="2743200" marR="0" algn="l">
              <a:lnSpc>
                <a:spcPct val="115000"/>
              </a:lnSpc>
              <a:spcBef>
                <a:spcPts val="600"/>
              </a:spcBef>
              <a:spcAft>
                <a:spcPts val="0"/>
              </a:spcAft>
              <a:buClr>
                <a:schemeClr val="dk1"/>
              </a:buClr>
              <a:buSzPts val="1000"/>
              <a:buFont typeface="Roboto"/>
              <a:buChar char="■"/>
              <a:defRPr b="0" i="0" sz="1000" u="none" cap="none" strike="noStrike">
                <a:solidFill>
                  <a:schemeClr val="dk1"/>
                </a:solidFill>
                <a:latin typeface="Roboto"/>
                <a:ea typeface="Roboto"/>
                <a:cs typeface="Roboto"/>
                <a:sym typeface="Roboto"/>
              </a:defRPr>
            </a:lvl6pPr>
            <a:lvl7pPr indent="-292100" lvl="6" marL="3200400" marR="0" algn="l">
              <a:lnSpc>
                <a:spcPct val="115000"/>
              </a:lnSpc>
              <a:spcBef>
                <a:spcPts val="600"/>
              </a:spcBef>
              <a:spcAft>
                <a:spcPts val="0"/>
              </a:spcAft>
              <a:buClr>
                <a:schemeClr val="dk1"/>
              </a:buClr>
              <a:buSzPts val="1000"/>
              <a:buFont typeface="Roboto"/>
              <a:buChar char="●"/>
              <a:defRPr b="0" i="0" sz="1000" u="none" cap="none" strike="noStrike">
                <a:solidFill>
                  <a:schemeClr val="dk1"/>
                </a:solidFill>
                <a:latin typeface="Roboto"/>
                <a:ea typeface="Roboto"/>
                <a:cs typeface="Roboto"/>
                <a:sym typeface="Roboto"/>
              </a:defRPr>
            </a:lvl7pPr>
            <a:lvl8pPr indent="-292100" lvl="7" marL="3657600" marR="0" algn="l">
              <a:lnSpc>
                <a:spcPct val="115000"/>
              </a:lnSpc>
              <a:spcBef>
                <a:spcPts val="600"/>
              </a:spcBef>
              <a:spcAft>
                <a:spcPts val="0"/>
              </a:spcAft>
              <a:buClr>
                <a:schemeClr val="dk1"/>
              </a:buClr>
              <a:buSzPts val="1000"/>
              <a:buFont typeface="Roboto"/>
              <a:buChar char="○"/>
              <a:defRPr b="0" i="0" sz="1000" u="none" cap="none" strike="noStrike">
                <a:solidFill>
                  <a:schemeClr val="dk1"/>
                </a:solidFill>
                <a:latin typeface="Roboto"/>
                <a:ea typeface="Roboto"/>
                <a:cs typeface="Roboto"/>
                <a:sym typeface="Roboto"/>
              </a:defRPr>
            </a:lvl8pPr>
            <a:lvl9pPr indent="-292100" lvl="8" marL="4114800" marR="0" algn="l">
              <a:lnSpc>
                <a:spcPct val="115000"/>
              </a:lnSpc>
              <a:spcBef>
                <a:spcPts val="600"/>
              </a:spcBef>
              <a:spcAft>
                <a:spcPts val="600"/>
              </a:spcAft>
              <a:buClr>
                <a:schemeClr val="dk1"/>
              </a:buClr>
              <a:buSzPts val="1000"/>
              <a:buFont typeface="Roboto"/>
              <a:buChar char="■"/>
              <a:defRPr b="0" i="0" sz="1000" u="none" cap="none" strike="noStrike">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372700" y="4750500"/>
            <a:ext cx="2313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accent5"/>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accent5"/>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accent5"/>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accent5"/>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accent5"/>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accent5"/>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accent5"/>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accent5"/>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accent5"/>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
        <p:nvSpPr>
          <p:cNvPr id="9" name="Google Shape;9;p1"/>
          <p:cNvSpPr txBox="1"/>
          <p:nvPr/>
        </p:nvSpPr>
        <p:spPr>
          <a:xfrm>
            <a:off x="57575" y="4988800"/>
            <a:ext cx="16203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GB" sz="600" u="none" cap="none" strike="noStrike">
                <a:solidFill>
                  <a:srgbClr val="9E9E9E"/>
                </a:solidFill>
                <a:latin typeface="Roboto"/>
                <a:ea typeface="Roboto"/>
                <a:cs typeface="Roboto"/>
                <a:sym typeface="Roboto"/>
              </a:rPr>
              <a:t>Confidential and property of Creative Dock</a:t>
            </a:r>
            <a:endParaRPr b="0" i="0" sz="600" u="none" cap="none" strike="noStrike">
              <a:solidFill>
                <a:srgbClr val="9E9E9E"/>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mc:AlternateContent>
    <mc:Choice Requires="p14">
      <p:transition p14:dur="200">
        <p:fade/>
      </p:transition>
    </mc:Choice>
    <mc:Fallback>
      <p:transition>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chemeClr val="accent5"/>
          </p15:clr>
        </p15:guide>
        <p15:guide id="2" pos="2880">
          <p15:clr>
            <a:schemeClr val="accent5"/>
          </p15:clr>
        </p15:guide>
        <p15:guide id="3" pos="191">
          <p15:clr>
            <a:srgbClr val="E46962"/>
          </p15:clr>
        </p15:guide>
        <p15:guide id="4" pos="5569">
          <p15:clr>
            <a:srgbClr val="E46962"/>
          </p15:clr>
        </p15:guide>
        <p15:guide id="5" orient="horz" pos="191">
          <p15:clr>
            <a:srgbClr val="E46962"/>
          </p15:clr>
        </p15:guide>
        <p15:guide id="6" orient="horz" pos="3070">
          <p15:clr>
            <a:srgbClr val="E46962"/>
          </p15:clr>
        </p15:guide>
        <p15:guide id="7" orient="horz" pos="338">
          <p15:clr>
            <a:srgbClr val="E46962"/>
          </p15:clr>
        </p15:guide>
        <p15:guide id="8" orient="horz" pos="485">
          <p15:clr>
            <a:srgbClr val="E46962"/>
          </p15:clr>
        </p15:guide>
        <p15:guide id="9" pos="1161">
          <p15:clr>
            <a:srgbClr val="E46962"/>
          </p15:clr>
        </p15:guide>
        <p15:guide id="10" pos="132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idx="1" type="subTitle"/>
          </p:nvPr>
        </p:nvSpPr>
        <p:spPr>
          <a:xfrm>
            <a:off x="2095425" y="1726050"/>
            <a:ext cx="5342100" cy="153900"/>
          </a:xfrm>
          <a:prstGeom prst="rect">
            <a:avLst/>
          </a:prstGeom>
        </p:spPr>
        <p:txBody>
          <a:bodyPr anchorCtr="0" anchor="t" bIns="0" lIns="0" spcFirstLastPara="1" rIns="0" wrap="square" tIns="0">
            <a:spAutoFit/>
          </a:bodyPr>
          <a:lstStyle/>
          <a:p>
            <a:pPr indent="0" lvl="0" marL="0" rtl="0" algn="l">
              <a:spcBef>
                <a:spcPts val="0"/>
              </a:spcBef>
              <a:spcAft>
                <a:spcPts val="600"/>
              </a:spcAft>
              <a:buNone/>
            </a:pPr>
            <a:r>
              <a:rPr lang="en-GB"/>
              <a:t>Industrial Defect Detection, Pre-Trained</a:t>
            </a:r>
            <a:endParaRPr/>
          </a:p>
        </p:txBody>
      </p:sp>
      <p:sp>
        <p:nvSpPr>
          <p:cNvPr id="195" name="Google Shape;195;p32"/>
          <p:cNvSpPr txBox="1"/>
          <p:nvPr>
            <p:ph idx="2" type="subTitle"/>
          </p:nvPr>
        </p:nvSpPr>
        <p:spPr>
          <a:xfrm>
            <a:off x="2095325" y="2121425"/>
            <a:ext cx="6411600" cy="566400"/>
          </a:xfrm>
          <a:prstGeom prst="rect">
            <a:avLst/>
          </a:prstGeom>
        </p:spPr>
        <p:txBody>
          <a:bodyPr anchorCtr="0" anchor="t" bIns="0" lIns="0" spcFirstLastPara="1" rIns="0" wrap="square" tIns="0">
            <a:spAutoFit/>
          </a:bodyPr>
          <a:lstStyle/>
          <a:p>
            <a:pPr indent="0" lvl="0" marL="0" rtl="0" algn="l">
              <a:spcBef>
                <a:spcPts val="600"/>
              </a:spcBef>
              <a:spcAft>
                <a:spcPts val="600"/>
              </a:spcAft>
              <a:buNone/>
            </a:pPr>
            <a:r>
              <a:rPr b="1" lang="en-GB">
                <a:latin typeface="Roboto"/>
                <a:ea typeface="Roboto"/>
                <a:cs typeface="Roboto"/>
                <a:sym typeface="Roboto"/>
              </a:rPr>
              <a:t>Visual-Inspection FM</a:t>
            </a:r>
            <a:endParaRPr b="1">
              <a:latin typeface="Roboto"/>
              <a:ea typeface="Roboto"/>
              <a:cs typeface="Roboto"/>
              <a:sym typeface="Roboto"/>
            </a:endParaRPr>
          </a:p>
        </p:txBody>
      </p:sp>
      <p:sp>
        <p:nvSpPr>
          <p:cNvPr id="196" name="Google Shape;196;p32"/>
          <p:cNvSpPr txBox="1"/>
          <p:nvPr>
            <p:ph idx="1" type="subTitle"/>
          </p:nvPr>
        </p:nvSpPr>
        <p:spPr>
          <a:xfrm>
            <a:off x="2095425" y="2932375"/>
            <a:ext cx="5342100" cy="914400"/>
          </a:xfrm>
          <a:prstGeom prst="rect">
            <a:avLst/>
          </a:prstGeom>
        </p:spPr>
        <p:txBody>
          <a:bodyPr anchorCtr="0" anchor="t" bIns="0" lIns="0" spcFirstLastPara="1" rIns="0" wrap="square" tIns="0">
            <a:spAutoFit/>
          </a:bodyPr>
          <a:lstStyle/>
          <a:p>
            <a:pPr indent="0" lvl="0" marL="0" rtl="0" algn="l">
              <a:spcBef>
                <a:spcPts val="0"/>
              </a:spcBef>
              <a:spcAft>
                <a:spcPts val="600"/>
              </a:spcAft>
              <a:buNone/>
            </a:pPr>
            <a:r>
              <a:rPr lang="en-GB" sz="1800"/>
              <a:t>A defect-detection foundation model, sold as API and edge appliance — inspection ready in days, not months</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0" name="Shape 200"/>
        <p:cNvGrpSpPr/>
        <p:nvPr/>
      </p:nvGrpSpPr>
      <p:grpSpPr>
        <a:xfrm>
          <a:off x="0" y="0"/>
          <a:ext cx="0" cy="0"/>
          <a:chOff x="0" y="0"/>
          <a:chExt cx="0" cy="0"/>
        </a:xfrm>
      </p:grpSpPr>
      <p:sp>
        <p:nvSpPr>
          <p:cNvPr id="201" name="Google Shape;201;p33"/>
          <p:cNvSpPr txBox="1"/>
          <p:nvPr/>
        </p:nvSpPr>
        <p:spPr>
          <a:xfrm>
            <a:off x="689775" y="616050"/>
            <a:ext cx="7711800" cy="1539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lang="en-GB" sz="1000">
                <a:solidFill>
                  <a:schemeClr val="dk2"/>
                </a:solidFill>
                <a:latin typeface="Roboto"/>
                <a:ea typeface="Roboto"/>
                <a:cs typeface="Roboto"/>
                <a:sym typeface="Roboto"/>
              </a:rPr>
              <a:t>Every manufacturer rebuilds visual inspection from scratch — and quality engineers end up as full-time model babysitters.</a:t>
            </a:r>
            <a:endParaRPr sz="1000">
              <a:solidFill>
                <a:schemeClr val="dk2"/>
              </a:solidFill>
              <a:latin typeface="Roboto"/>
              <a:ea typeface="Roboto"/>
              <a:cs typeface="Roboto"/>
              <a:sym typeface="Roboto"/>
            </a:endParaRPr>
          </a:p>
        </p:txBody>
      </p:sp>
      <p:sp>
        <p:nvSpPr>
          <p:cNvPr id="202" name="Google Shape;202;p33"/>
          <p:cNvSpPr txBox="1"/>
          <p:nvPr>
            <p:ph type="title"/>
          </p:nvPr>
        </p:nvSpPr>
        <p:spPr>
          <a:xfrm>
            <a:off x="689775" y="303225"/>
            <a:ext cx="65943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The Problem</a:t>
            </a:r>
            <a:endParaRPr/>
          </a:p>
        </p:txBody>
      </p:sp>
      <p:sp>
        <p:nvSpPr>
          <p:cNvPr id="203" name="Google Shape;203;p33"/>
          <p:cNvSpPr txBox="1"/>
          <p:nvPr/>
        </p:nvSpPr>
        <p:spPr>
          <a:xfrm>
            <a:off x="6336792" y="224383"/>
            <a:ext cx="2502600" cy="2295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Clr>
                <a:srgbClr val="000000"/>
              </a:buClr>
              <a:buSzPts val="800"/>
              <a:buFont typeface="Arial"/>
              <a:buNone/>
            </a:pPr>
            <a:r>
              <a:rPr lang="en-GB" sz="800">
                <a:solidFill>
                  <a:schemeClr val="dk2"/>
                </a:solidFill>
                <a:latin typeface="Roboto"/>
                <a:ea typeface="Roboto"/>
                <a:cs typeface="Roboto"/>
                <a:sym typeface="Roboto"/>
              </a:rPr>
              <a:t>Visual Inspection FM</a:t>
            </a:r>
            <a:endParaRPr b="0" i="0" sz="1400" u="none" cap="none" strike="noStrike">
              <a:solidFill>
                <a:srgbClr val="000000"/>
              </a:solidFill>
              <a:latin typeface="Arial"/>
              <a:ea typeface="Arial"/>
              <a:cs typeface="Arial"/>
              <a:sym typeface="Arial"/>
            </a:endParaRPr>
          </a:p>
        </p:txBody>
      </p:sp>
      <p:sp>
        <p:nvSpPr>
          <p:cNvPr id="204" name="Google Shape;204;p33"/>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sp>
        <p:nvSpPr>
          <p:cNvPr id="205" name="Google Shape;205;p33"/>
          <p:cNvSpPr/>
          <p:nvPr/>
        </p:nvSpPr>
        <p:spPr>
          <a:xfrm>
            <a:off x="4130625" y="1232115"/>
            <a:ext cx="4350000" cy="1533900"/>
          </a:xfrm>
          <a:prstGeom prst="roundRect">
            <a:avLst>
              <a:gd fmla="val 8764" name="adj"/>
            </a:avLst>
          </a:prstGeom>
          <a:solidFill>
            <a:srgbClr val="141414"/>
          </a:solidFill>
          <a:ln cap="flat" cmpd="sng" w="9525">
            <a:solidFill>
              <a:srgbClr val="2E2E2E"/>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100"/>
              <a:buFont typeface="Arial"/>
              <a:buNone/>
            </a:pPr>
            <a:r>
              <a:rPr b="1" lang="en-GB" sz="1000">
                <a:solidFill>
                  <a:schemeClr val="accent1"/>
                </a:solidFill>
                <a:latin typeface="Roboto"/>
                <a:ea typeface="Roboto"/>
                <a:cs typeface="Roboto"/>
                <a:sym typeface="Roboto"/>
              </a:rPr>
              <a:t>Customer need: </a:t>
            </a:r>
            <a:r>
              <a:rPr lang="en-GB" sz="1000">
                <a:solidFill>
                  <a:schemeClr val="dk2"/>
                </a:solidFill>
                <a:latin typeface="Roboto"/>
                <a:ea typeface="Roboto"/>
                <a:cs typeface="Roboto"/>
                <a:sym typeface="Roboto"/>
              </a:rPr>
              <a:t>every manufacturer builds visual inspection from scratch — thousands of labelled defect images per line, weeks of data collection, months of tuning. Generic vision vendors lack industrial data, so accuracy on rare defects, the ones that matter, stays poor. When a new product variant lands, tuning starts over, and no vendor can offer a shortcut because none has the cross-plant defect data foundation models need. Bosch does.</a:t>
            </a:r>
            <a:endParaRPr sz="1000">
              <a:solidFill>
                <a:schemeClr val="dk2"/>
              </a:solidFill>
              <a:latin typeface="Roboto"/>
              <a:ea typeface="Roboto"/>
              <a:cs typeface="Roboto"/>
              <a:sym typeface="Roboto"/>
            </a:endParaRPr>
          </a:p>
        </p:txBody>
      </p:sp>
      <p:sp>
        <p:nvSpPr>
          <p:cNvPr id="206" name="Google Shape;206;p33"/>
          <p:cNvSpPr/>
          <p:nvPr/>
        </p:nvSpPr>
        <p:spPr>
          <a:xfrm>
            <a:off x="689775" y="3183300"/>
            <a:ext cx="2502600" cy="1233600"/>
          </a:xfrm>
          <a:prstGeom prst="roundRect">
            <a:avLst>
              <a:gd fmla="val 8000" name="adj"/>
            </a:avLst>
          </a:prstGeom>
          <a:solidFill>
            <a:srgbClr val="141414"/>
          </a:solidFill>
          <a:ln cap="flat" cmpd="sng" w="13225">
            <a:solidFill>
              <a:srgbClr val="2E2E2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43"/>
              <a:buFont typeface="Arial"/>
              <a:buNone/>
            </a:pPr>
            <a:r>
              <a:t/>
            </a:r>
            <a:endParaRPr b="0" i="0" sz="1943" u="none" cap="none" strike="noStrike">
              <a:solidFill>
                <a:srgbClr val="000000"/>
              </a:solidFill>
              <a:latin typeface="Arial"/>
              <a:ea typeface="Arial"/>
              <a:cs typeface="Arial"/>
              <a:sym typeface="Arial"/>
            </a:endParaRPr>
          </a:p>
        </p:txBody>
      </p:sp>
      <p:sp>
        <p:nvSpPr>
          <p:cNvPr id="207" name="Google Shape;207;p33"/>
          <p:cNvSpPr/>
          <p:nvPr/>
        </p:nvSpPr>
        <p:spPr>
          <a:xfrm>
            <a:off x="3333938" y="3183300"/>
            <a:ext cx="2502600" cy="1233600"/>
          </a:xfrm>
          <a:prstGeom prst="roundRect">
            <a:avLst>
              <a:gd fmla="val 8000" name="adj"/>
            </a:avLst>
          </a:prstGeom>
          <a:solidFill>
            <a:srgbClr val="141414"/>
          </a:solidFill>
          <a:ln cap="flat" cmpd="sng" w="13225">
            <a:solidFill>
              <a:srgbClr val="2E2E2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43"/>
              <a:buFont typeface="Arial"/>
              <a:buNone/>
            </a:pPr>
            <a:r>
              <a:t/>
            </a:r>
            <a:endParaRPr b="0" i="0" sz="1943" u="none" cap="none" strike="noStrike">
              <a:solidFill>
                <a:srgbClr val="000000"/>
              </a:solidFill>
              <a:latin typeface="Arial"/>
              <a:ea typeface="Arial"/>
              <a:cs typeface="Arial"/>
              <a:sym typeface="Arial"/>
            </a:endParaRPr>
          </a:p>
        </p:txBody>
      </p:sp>
      <p:sp>
        <p:nvSpPr>
          <p:cNvPr id="208" name="Google Shape;208;p33"/>
          <p:cNvSpPr txBox="1"/>
          <p:nvPr/>
        </p:nvSpPr>
        <p:spPr>
          <a:xfrm>
            <a:off x="689775" y="3193960"/>
            <a:ext cx="2502600" cy="1120200"/>
          </a:xfrm>
          <a:prstGeom prst="rect">
            <a:avLst/>
          </a:prstGeom>
          <a:noFill/>
          <a:ln>
            <a:noFill/>
          </a:ln>
        </p:spPr>
        <p:txBody>
          <a:bodyPr anchorCtr="0" anchor="t" bIns="126900" lIns="126900" spcFirstLastPara="1" rIns="126900" wrap="square" tIns="126900">
            <a:noAutofit/>
          </a:bodyPr>
          <a:lstStyle/>
          <a:p>
            <a:pPr indent="0" lvl="0" marL="0" rtl="0" algn="ctr">
              <a:spcBef>
                <a:spcPts val="0"/>
              </a:spcBef>
              <a:spcAft>
                <a:spcPts val="0"/>
              </a:spcAft>
              <a:buClr>
                <a:schemeClr val="lt1"/>
              </a:buClr>
              <a:buSzPts val="1100"/>
              <a:buFont typeface="Arial"/>
              <a:buNone/>
            </a:pPr>
            <a:r>
              <a:rPr b="1" lang="en-GB" sz="2000">
                <a:solidFill>
                  <a:srgbClr val="FFBC00"/>
                </a:solidFill>
                <a:latin typeface="Roboto"/>
                <a:ea typeface="Roboto"/>
                <a:cs typeface="Roboto"/>
                <a:sym typeface="Roboto"/>
              </a:rPr>
              <a:t>4–8 weeks</a:t>
            </a:r>
            <a:endParaRPr b="1" sz="2000">
              <a:solidFill>
                <a:srgbClr val="FFBC00"/>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t/>
            </a:r>
            <a:endParaRPr sz="800">
              <a:solidFill>
                <a:srgbClr val="FFFFFF"/>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rPr lang="en-GB" sz="800">
                <a:solidFill>
                  <a:srgbClr val="FFFFFF"/>
                </a:solidFill>
                <a:latin typeface="Roboto"/>
                <a:ea typeface="Roboto"/>
                <a:cs typeface="Roboto"/>
                <a:sym typeface="Roboto"/>
              </a:rPr>
              <a:t>of engineering per new SKU with rule-based vision — for a plant with ~100 changeovers a year, that's 400+ engineering-weeks.</a:t>
            </a:r>
            <a:endParaRPr sz="800">
              <a:solidFill>
                <a:srgbClr val="FFFFFF"/>
              </a:solidFill>
              <a:latin typeface="Roboto"/>
              <a:ea typeface="Roboto"/>
              <a:cs typeface="Roboto"/>
              <a:sym typeface="Roboto"/>
            </a:endParaRPr>
          </a:p>
        </p:txBody>
      </p:sp>
      <p:sp>
        <p:nvSpPr>
          <p:cNvPr id="209" name="Google Shape;209;p33"/>
          <p:cNvSpPr txBox="1"/>
          <p:nvPr/>
        </p:nvSpPr>
        <p:spPr>
          <a:xfrm>
            <a:off x="3333921" y="3193960"/>
            <a:ext cx="2502600" cy="1120200"/>
          </a:xfrm>
          <a:prstGeom prst="rect">
            <a:avLst/>
          </a:prstGeom>
          <a:noFill/>
          <a:ln>
            <a:noFill/>
          </a:ln>
        </p:spPr>
        <p:txBody>
          <a:bodyPr anchorCtr="0" anchor="t" bIns="126900" lIns="126900" spcFirstLastPara="1" rIns="126900" wrap="square" tIns="126900">
            <a:noAutofit/>
          </a:bodyPr>
          <a:lstStyle/>
          <a:p>
            <a:pPr indent="0" lvl="0" marL="0" rtl="0" algn="ctr">
              <a:spcBef>
                <a:spcPts val="0"/>
              </a:spcBef>
              <a:spcAft>
                <a:spcPts val="0"/>
              </a:spcAft>
              <a:buClr>
                <a:schemeClr val="lt1"/>
              </a:buClr>
              <a:buSzPts val="1100"/>
              <a:buFont typeface="Arial"/>
              <a:buNone/>
            </a:pPr>
            <a:r>
              <a:rPr b="1" lang="en-GB" sz="2000">
                <a:solidFill>
                  <a:srgbClr val="FFBC00"/>
                </a:solidFill>
                <a:latin typeface="Roboto"/>
                <a:ea typeface="Roboto"/>
                <a:cs typeface="Roboto"/>
                <a:sym typeface="Roboto"/>
              </a:rPr>
              <a:t>€2–4m annually</a:t>
            </a:r>
            <a:endParaRPr b="1" sz="2000">
              <a:solidFill>
                <a:srgbClr val="FFBC00"/>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t/>
            </a:r>
            <a:endParaRPr sz="810">
              <a:solidFill>
                <a:srgbClr val="FFFFFF"/>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rPr lang="en-GB" sz="810">
                <a:solidFill>
                  <a:srgbClr val="FFFFFF"/>
                </a:solidFill>
                <a:latin typeface="Roboto"/>
                <a:ea typeface="Roboto"/>
                <a:cs typeface="Roboto"/>
                <a:sym typeface="Roboto"/>
              </a:rPr>
              <a:t>in vision-setup cost alone for a multi-SKU manufacturer, before counting the cost of any defects still missed.</a:t>
            </a:r>
            <a:endParaRPr sz="810">
              <a:solidFill>
                <a:srgbClr val="FFFFFF"/>
              </a:solidFill>
              <a:latin typeface="Roboto"/>
              <a:ea typeface="Roboto"/>
              <a:cs typeface="Roboto"/>
              <a:sym typeface="Roboto"/>
            </a:endParaRPr>
          </a:p>
        </p:txBody>
      </p:sp>
      <p:sp>
        <p:nvSpPr>
          <p:cNvPr id="210" name="Google Shape;210;p33"/>
          <p:cNvSpPr/>
          <p:nvPr/>
        </p:nvSpPr>
        <p:spPr>
          <a:xfrm>
            <a:off x="5978100" y="3183300"/>
            <a:ext cx="2502600" cy="1233600"/>
          </a:xfrm>
          <a:prstGeom prst="roundRect">
            <a:avLst>
              <a:gd fmla="val 8000" name="adj"/>
            </a:avLst>
          </a:prstGeom>
          <a:solidFill>
            <a:srgbClr val="141414"/>
          </a:solidFill>
          <a:ln cap="flat" cmpd="sng" w="13225">
            <a:solidFill>
              <a:srgbClr val="2E2E2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43"/>
              <a:buFont typeface="Arial"/>
              <a:buNone/>
            </a:pPr>
            <a:r>
              <a:t/>
            </a:r>
            <a:endParaRPr b="0" i="0" sz="1943" u="none" cap="none" strike="noStrike">
              <a:solidFill>
                <a:srgbClr val="000000"/>
              </a:solidFill>
              <a:latin typeface="Arial"/>
              <a:ea typeface="Arial"/>
              <a:cs typeface="Arial"/>
              <a:sym typeface="Arial"/>
            </a:endParaRPr>
          </a:p>
        </p:txBody>
      </p:sp>
      <p:sp>
        <p:nvSpPr>
          <p:cNvPr id="211" name="Google Shape;211;p33"/>
          <p:cNvSpPr txBox="1"/>
          <p:nvPr/>
        </p:nvSpPr>
        <p:spPr>
          <a:xfrm>
            <a:off x="6074858" y="3193950"/>
            <a:ext cx="2308800" cy="1120200"/>
          </a:xfrm>
          <a:prstGeom prst="rect">
            <a:avLst/>
          </a:prstGeom>
          <a:noFill/>
          <a:ln>
            <a:noFill/>
          </a:ln>
        </p:spPr>
        <p:txBody>
          <a:bodyPr anchorCtr="0" anchor="t" bIns="126900" lIns="126900" spcFirstLastPara="1" rIns="126900" wrap="square" tIns="126900">
            <a:noAutofit/>
          </a:bodyPr>
          <a:lstStyle/>
          <a:p>
            <a:pPr indent="0" lvl="0" marL="0" rtl="0" algn="ctr">
              <a:spcBef>
                <a:spcPts val="0"/>
              </a:spcBef>
              <a:spcAft>
                <a:spcPts val="0"/>
              </a:spcAft>
              <a:buClr>
                <a:schemeClr val="lt1"/>
              </a:buClr>
              <a:buSzPts val="1100"/>
              <a:buFont typeface="Arial"/>
              <a:buNone/>
            </a:pPr>
            <a:r>
              <a:rPr b="1" lang="en-GB" sz="2021">
                <a:solidFill>
                  <a:srgbClr val="FFBC00"/>
                </a:solidFill>
                <a:latin typeface="Roboto"/>
                <a:ea typeface="Roboto"/>
                <a:cs typeface="Roboto"/>
                <a:sym typeface="Roboto"/>
              </a:rPr>
              <a:t>+30%</a:t>
            </a:r>
            <a:endParaRPr b="1" sz="2021">
              <a:solidFill>
                <a:srgbClr val="FFBC00"/>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t/>
            </a:r>
            <a:endParaRPr sz="810">
              <a:solidFill>
                <a:srgbClr val="FFFFFF"/>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rPr lang="en-GB" sz="810">
                <a:solidFill>
                  <a:srgbClr val="FFFFFF"/>
                </a:solidFill>
                <a:latin typeface="Roboto"/>
                <a:ea typeface="Roboto"/>
                <a:cs typeface="Roboto"/>
                <a:sym typeface="Roboto"/>
              </a:rPr>
              <a:t>accuracy gain of vision foundation models over rule-based systems — and they adapt to new SKUs zero-shot.</a:t>
            </a:r>
            <a:endParaRPr sz="810">
              <a:solidFill>
                <a:srgbClr val="FFFFFF"/>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t/>
            </a:r>
            <a:endParaRPr sz="810">
              <a:solidFill>
                <a:srgbClr val="FFFFFF"/>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t/>
            </a:r>
            <a:endParaRPr sz="810">
              <a:solidFill>
                <a:srgbClr val="FFFFFF"/>
              </a:solidFill>
              <a:latin typeface="Roboto"/>
              <a:ea typeface="Roboto"/>
              <a:cs typeface="Roboto"/>
              <a:sym typeface="Roboto"/>
            </a:endParaRPr>
          </a:p>
        </p:txBody>
      </p:sp>
      <p:pic>
        <p:nvPicPr>
          <p:cNvPr id="212" name="Google Shape;212;p33" title="ChatGPT Image Aug 26, 2026, 02_08_22 PM.png"/>
          <p:cNvPicPr preferRelativeResize="0"/>
          <p:nvPr/>
        </p:nvPicPr>
        <p:blipFill rotWithShape="1">
          <a:blip r:embed="rId3">
            <a:alphaModFix/>
          </a:blip>
          <a:srcRect b="15730" l="0" r="0" t="15730"/>
          <a:stretch/>
        </p:blipFill>
        <p:spPr>
          <a:xfrm>
            <a:off x="689771" y="1214988"/>
            <a:ext cx="3356828" cy="15339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6" name="Shape 216"/>
        <p:cNvGrpSpPr/>
        <p:nvPr/>
      </p:nvGrpSpPr>
      <p:grpSpPr>
        <a:xfrm>
          <a:off x="0" y="0"/>
          <a:ext cx="0" cy="0"/>
          <a:chOff x="0" y="0"/>
          <a:chExt cx="0" cy="0"/>
        </a:xfrm>
      </p:grpSpPr>
      <p:sp>
        <p:nvSpPr>
          <p:cNvPr id="217" name="Google Shape;217;p34"/>
          <p:cNvSpPr txBox="1"/>
          <p:nvPr/>
        </p:nvSpPr>
        <p:spPr>
          <a:xfrm>
            <a:off x="689775" y="616050"/>
            <a:ext cx="7711800" cy="1539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lang="en-GB" sz="1000">
                <a:solidFill>
                  <a:schemeClr val="dk2"/>
                </a:solidFill>
                <a:latin typeface="Roboto"/>
                <a:ea typeface="Roboto"/>
                <a:cs typeface="Roboto"/>
                <a:sym typeface="Roboto"/>
              </a:rPr>
              <a:t>The moat isn't the model architecture — that's commoditising fast. It's the labelled defect data behind it.</a:t>
            </a:r>
            <a:endParaRPr sz="1000">
              <a:solidFill>
                <a:schemeClr val="dk2"/>
              </a:solidFill>
              <a:latin typeface="Roboto"/>
              <a:ea typeface="Roboto"/>
              <a:cs typeface="Roboto"/>
              <a:sym typeface="Roboto"/>
            </a:endParaRPr>
          </a:p>
        </p:txBody>
      </p:sp>
      <p:sp>
        <p:nvSpPr>
          <p:cNvPr id="218" name="Google Shape;218;p34"/>
          <p:cNvSpPr txBox="1"/>
          <p:nvPr>
            <p:ph type="title"/>
          </p:nvPr>
        </p:nvSpPr>
        <p:spPr>
          <a:xfrm>
            <a:off x="689775" y="303225"/>
            <a:ext cx="65943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The Concept &amp; Value Proposition</a:t>
            </a:r>
            <a:endParaRPr/>
          </a:p>
        </p:txBody>
      </p:sp>
      <p:sp>
        <p:nvSpPr>
          <p:cNvPr id="219" name="Google Shape;219;p34"/>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pic>
        <p:nvPicPr>
          <p:cNvPr id="220" name="Google Shape;220;p34" title="visualinspection.jpg"/>
          <p:cNvPicPr preferRelativeResize="0"/>
          <p:nvPr/>
        </p:nvPicPr>
        <p:blipFill rotWithShape="1">
          <a:blip r:embed="rId3">
            <a:alphaModFix/>
          </a:blip>
          <a:srcRect b="0" l="10336" r="10343" t="0"/>
          <a:stretch/>
        </p:blipFill>
        <p:spPr>
          <a:xfrm>
            <a:off x="689775" y="1252552"/>
            <a:ext cx="3167851" cy="2246376"/>
          </a:xfrm>
          <a:prstGeom prst="rect">
            <a:avLst/>
          </a:prstGeom>
          <a:noFill/>
          <a:ln>
            <a:noFill/>
          </a:ln>
        </p:spPr>
      </p:pic>
      <p:sp>
        <p:nvSpPr>
          <p:cNvPr id="221" name="Google Shape;221;p34"/>
          <p:cNvSpPr/>
          <p:nvPr/>
        </p:nvSpPr>
        <p:spPr>
          <a:xfrm>
            <a:off x="4130625" y="1232125"/>
            <a:ext cx="4350000" cy="2266800"/>
          </a:xfrm>
          <a:prstGeom prst="roundRect">
            <a:avLst>
              <a:gd fmla="val 8764" name="adj"/>
            </a:avLst>
          </a:prstGeom>
          <a:solidFill>
            <a:srgbClr val="141414"/>
          </a:solidFill>
          <a:ln cap="flat" cmpd="sng" w="9525">
            <a:solidFill>
              <a:srgbClr val="2E2E2E"/>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100"/>
              <a:buFont typeface="Arial"/>
              <a:buNone/>
            </a:pPr>
            <a:r>
              <a:rPr b="1" lang="en-GB" sz="1000">
                <a:solidFill>
                  <a:schemeClr val="accent1"/>
                </a:solidFill>
                <a:latin typeface="Roboto"/>
                <a:ea typeface="Roboto"/>
                <a:cs typeface="Roboto"/>
                <a:sym typeface="Roboto"/>
              </a:rPr>
              <a:t>Pre-trained, not built from scratch: </a:t>
            </a:r>
            <a:r>
              <a:rPr lang="en-GB" sz="1000">
                <a:solidFill>
                  <a:schemeClr val="dk2"/>
                </a:solidFill>
                <a:latin typeface="Roboto"/>
                <a:ea typeface="Roboto"/>
                <a:cs typeface="Roboto"/>
                <a:sym typeface="Roboto"/>
              </a:rPr>
              <a:t>a visual-inspection foundation model pre-trained on Bosch's proprietary cross-plant defect data from plants globally. It generalises to new production lines with minimal customer labelling — inspection ready in days rather than months.</a:t>
            </a:r>
            <a:endParaRPr sz="1000">
              <a:solidFill>
                <a:schemeClr val="dk2"/>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t/>
            </a:r>
            <a:endParaRPr sz="1000">
              <a:solidFill>
                <a:schemeClr val="dk2"/>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rPr b="1" lang="en-GB" sz="1000">
                <a:solidFill>
                  <a:schemeClr val="accent1"/>
                </a:solidFill>
                <a:latin typeface="Roboto"/>
                <a:ea typeface="Roboto"/>
                <a:cs typeface="Roboto"/>
                <a:sym typeface="Roboto"/>
              </a:rPr>
              <a:t>A moat that compounds with every deployment: </a:t>
            </a:r>
            <a:r>
              <a:rPr lang="en-GB" sz="1000">
                <a:solidFill>
                  <a:schemeClr val="dk2"/>
                </a:solidFill>
                <a:latin typeface="Roboto"/>
                <a:ea typeface="Roboto"/>
                <a:cs typeface="Roboto"/>
                <a:sym typeface="Roboto"/>
              </a:rPr>
              <a:t>delivered as edge appliance plus API, every new customer deployment adds to the training substrate — every new defect pattern sharpens the base model for every downstream user, sold per line per year.</a:t>
            </a:r>
            <a:endParaRPr sz="1000">
              <a:solidFill>
                <a:schemeClr val="dk2"/>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t/>
            </a:r>
            <a:endParaRPr sz="1000">
              <a:solidFill>
                <a:schemeClr val="dk2"/>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rPr lang="en-GB" sz="1000">
                <a:solidFill>
                  <a:schemeClr val="dk2"/>
                </a:solidFill>
                <a:latin typeface="Roboto"/>
                <a:ea typeface="Roboto"/>
                <a:cs typeface="Roboto"/>
                <a:sym typeface="Roboto"/>
              </a:rPr>
              <a:t>View concept teaser </a:t>
            </a:r>
            <a:r>
              <a:rPr b="1" lang="en-GB" sz="1000">
                <a:solidFill>
                  <a:schemeClr val="accent1"/>
                </a:solidFill>
                <a:latin typeface="Roboto"/>
                <a:ea typeface="Roboto"/>
                <a:cs typeface="Roboto"/>
                <a:sym typeface="Roboto"/>
              </a:rPr>
              <a:t>here →</a:t>
            </a:r>
            <a:endParaRPr b="1" sz="1000">
              <a:solidFill>
                <a:schemeClr val="accent1"/>
              </a:solidFill>
              <a:latin typeface="Roboto"/>
              <a:ea typeface="Roboto"/>
              <a:cs typeface="Roboto"/>
              <a:sym typeface="Roboto"/>
            </a:endParaRPr>
          </a:p>
        </p:txBody>
      </p:sp>
      <p:sp>
        <p:nvSpPr>
          <p:cNvPr id="222" name="Google Shape;222;p34"/>
          <p:cNvSpPr/>
          <p:nvPr/>
        </p:nvSpPr>
        <p:spPr>
          <a:xfrm>
            <a:off x="689775" y="3872290"/>
            <a:ext cx="7790700" cy="702600"/>
          </a:xfrm>
          <a:prstGeom prst="roundRect">
            <a:avLst>
              <a:gd fmla="val 8000" name="adj"/>
            </a:avLst>
          </a:prstGeom>
          <a:solidFill>
            <a:srgbClr val="141414"/>
          </a:solidFill>
          <a:ln cap="flat" cmpd="sng" w="13225">
            <a:solidFill>
              <a:srgbClr val="2E2E2E"/>
            </a:solidFill>
            <a:prstDash val="solid"/>
            <a:round/>
            <a:headEnd len="sm" w="sm" type="none"/>
            <a:tailEnd len="sm" w="sm" type="none"/>
          </a:ln>
        </p:spPr>
        <p:txBody>
          <a:bodyPr anchorCtr="0" anchor="ctr" bIns="72000" lIns="72000" spcFirstLastPara="1" rIns="72000" wrap="square" tIns="72000">
            <a:noAutofit/>
          </a:bodyPr>
          <a:lstStyle/>
          <a:p>
            <a:pPr indent="0" lvl="0" marL="0" rtl="0" algn="l">
              <a:spcBef>
                <a:spcPts val="0"/>
              </a:spcBef>
              <a:spcAft>
                <a:spcPts val="0"/>
              </a:spcAft>
              <a:buClr>
                <a:schemeClr val="lt1"/>
              </a:buClr>
              <a:buSzPts val="1100"/>
              <a:buFont typeface="Arial"/>
              <a:buNone/>
            </a:pPr>
            <a:r>
              <a:rPr b="1" lang="en-GB" sz="1200">
                <a:solidFill>
                  <a:schemeClr val="accent1"/>
                </a:solidFill>
                <a:latin typeface="Roboto"/>
                <a:ea typeface="Roboto"/>
                <a:cs typeface="Roboto"/>
                <a:sym typeface="Roboto"/>
              </a:rPr>
              <a:t>The result: </a:t>
            </a:r>
            <a:r>
              <a:rPr lang="en-GB" sz="1200">
                <a:solidFill>
                  <a:schemeClr val="dk2"/>
                </a:solidFill>
                <a:latin typeface="Roboto"/>
                <a:ea typeface="Roboto"/>
                <a:cs typeface="Roboto"/>
                <a:sym typeface="Roboto"/>
              </a:rPr>
              <a:t> real Bosch plant data turned into an AI backbone rivals cannot copy — the core asset of a manufacturing foundation model.</a:t>
            </a:r>
            <a:endParaRPr sz="1200">
              <a:solidFill>
                <a:schemeClr val="dk2"/>
              </a:solidFill>
              <a:latin typeface="Roboto"/>
              <a:ea typeface="Roboto"/>
              <a:cs typeface="Roboto"/>
              <a:sym typeface="Roboto"/>
            </a:endParaRPr>
          </a:p>
        </p:txBody>
      </p:sp>
      <p:sp>
        <p:nvSpPr>
          <p:cNvPr id="223" name="Google Shape;223;p34"/>
          <p:cNvSpPr txBox="1"/>
          <p:nvPr/>
        </p:nvSpPr>
        <p:spPr>
          <a:xfrm>
            <a:off x="6336792" y="224383"/>
            <a:ext cx="2502600" cy="2295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Clr>
                <a:srgbClr val="000000"/>
              </a:buClr>
              <a:buSzPts val="800"/>
              <a:buFont typeface="Arial"/>
              <a:buNone/>
            </a:pPr>
            <a:r>
              <a:rPr lang="en-GB" sz="800">
                <a:solidFill>
                  <a:schemeClr val="dk2"/>
                </a:solidFill>
                <a:latin typeface="Roboto"/>
                <a:ea typeface="Roboto"/>
                <a:cs typeface="Roboto"/>
                <a:sym typeface="Roboto"/>
              </a:rPr>
              <a:t>Visual Inspection FM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7" name="Shape 227"/>
        <p:cNvGrpSpPr/>
        <p:nvPr/>
      </p:nvGrpSpPr>
      <p:grpSpPr>
        <a:xfrm>
          <a:off x="0" y="0"/>
          <a:ext cx="0" cy="0"/>
          <a:chOff x="0" y="0"/>
          <a:chExt cx="0" cy="0"/>
        </a:xfrm>
      </p:grpSpPr>
      <p:sp>
        <p:nvSpPr>
          <p:cNvPr id="228" name="Google Shape;228;p35"/>
          <p:cNvSpPr txBox="1"/>
          <p:nvPr/>
        </p:nvSpPr>
        <p:spPr>
          <a:xfrm>
            <a:off x="689775" y="616050"/>
            <a:ext cx="7711800" cy="1539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lang="en-GB" sz="1000">
                <a:solidFill>
                  <a:schemeClr val="dk2"/>
                </a:solidFill>
                <a:latin typeface="Roboto"/>
                <a:ea typeface="Roboto"/>
                <a:cs typeface="Roboto"/>
                <a:sym typeface="Roboto"/>
              </a:rPr>
              <a:t>Four capabilities that turn 400 plants of defect data into inspection ready in days, not months.</a:t>
            </a:r>
            <a:endParaRPr sz="1000">
              <a:solidFill>
                <a:schemeClr val="dk2"/>
              </a:solidFill>
              <a:latin typeface="Roboto"/>
              <a:ea typeface="Roboto"/>
              <a:cs typeface="Roboto"/>
              <a:sym typeface="Roboto"/>
            </a:endParaRPr>
          </a:p>
        </p:txBody>
      </p:sp>
      <p:sp>
        <p:nvSpPr>
          <p:cNvPr id="229" name="Google Shape;229;p35"/>
          <p:cNvSpPr txBox="1"/>
          <p:nvPr>
            <p:ph type="title"/>
          </p:nvPr>
        </p:nvSpPr>
        <p:spPr>
          <a:xfrm>
            <a:off x="689775" y="303225"/>
            <a:ext cx="65943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Illustrative Solution Approach</a:t>
            </a:r>
            <a:endParaRPr/>
          </a:p>
        </p:txBody>
      </p:sp>
      <p:sp>
        <p:nvSpPr>
          <p:cNvPr id="230" name="Google Shape;230;p35"/>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sp>
        <p:nvSpPr>
          <p:cNvPr id="231" name="Google Shape;231;p35"/>
          <p:cNvSpPr/>
          <p:nvPr/>
        </p:nvSpPr>
        <p:spPr>
          <a:xfrm>
            <a:off x="304800" y="1559500"/>
            <a:ext cx="8534400" cy="38100"/>
          </a:xfrm>
          <a:prstGeom prst="rect">
            <a:avLst/>
          </a:prstGeom>
          <a:solidFill>
            <a:srgbClr val="3A3A3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32" name="Google Shape;232;p35"/>
          <p:cNvSpPr/>
          <p:nvPr/>
        </p:nvSpPr>
        <p:spPr>
          <a:xfrm>
            <a:off x="1217075" y="1364650"/>
            <a:ext cx="427800" cy="427800"/>
          </a:xfrm>
          <a:prstGeom prst="ellipse">
            <a:avLst/>
          </a:prstGeom>
          <a:solidFill>
            <a:srgbClr val="FFBC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5"/>
          <p:cNvSpPr txBox="1"/>
          <p:nvPr/>
        </p:nvSpPr>
        <p:spPr>
          <a:xfrm>
            <a:off x="671975" y="1960800"/>
            <a:ext cx="1518000" cy="947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lt1"/>
              </a:buClr>
              <a:buSzPts val="1100"/>
              <a:buFont typeface="Arial"/>
              <a:buNone/>
            </a:pPr>
            <a:r>
              <a:rPr b="1" lang="en-GB" sz="900">
                <a:solidFill>
                  <a:srgbClr val="FFFFFF"/>
                </a:solidFill>
              </a:rPr>
              <a:t>Pre-Trained Foundation Model</a:t>
            </a:r>
            <a:endParaRPr b="1" sz="900">
              <a:solidFill>
                <a:srgbClr val="FFFFFF"/>
              </a:solidFill>
            </a:endParaRPr>
          </a:p>
          <a:p>
            <a:pPr indent="0" lvl="0" marL="0" rtl="0" algn="ctr">
              <a:spcBef>
                <a:spcPts val="0"/>
              </a:spcBef>
              <a:spcAft>
                <a:spcPts val="0"/>
              </a:spcAft>
              <a:buClr>
                <a:schemeClr val="lt1"/>
              </a:buClr>
              <a:buSzPts val="1100"/>
              <a:buFont typeface="Arial"/>
              <a:buNone/>
            </a:pPr>
            <a:r>
              <a:t/>
            </a:r>
            <a:endParaRPr sz="800">
              <a:solidFill>
                <a:srgbClr val="C9C4BC"/>
              </a:solidFill>
            </a:endParaRPr>
          </a:p>
          <a:p>
            <a:pPr indent="0" lvl="0" marL="0" rtl="0" algn="ctr">
              <a:spcBef>
                <a:spcPts val="0"/>
              </a:spcBef>
              <a:spcAft>
                <a:spcPts val="0"/>
              </a:spcAft>
              <a:buClr>
                <a:schemeClr val="lt1"/>
              </a:buClr>
              <a:buSzPts val="1100"/>
              <a:buFont typeface="Arial"/>
              <a:buNone/>
            </a:pPr>
            <a:r>
              <a:rPr lang="en-GB" sz="800">
                <a:solidFill>
                  <a:srgbClr val="C9C4BC"/>
                </a:solidFill>
              </a:rPr>
              <a:t>Built on Bosch's proprietary defect image data across Bosch plants and multiple product categories.</a:t>
            </a:r>
            <a:endParaRPr sz="800">
              <a:solidFill>
                <a:srgbClr val="C9C4BC"/>
              </a:solidFill>
            </a:endParaRPr>
          </a:p>
        </p:txBody>
      </p:sp>
      <p:sp>
        <p:nvSpPr>
          <p:cNvPr id="234" name="Google Shape;234;p35"/>
          <p:cNvSpPr/>
          <p:nvPr/>
        </p:nvSpPr>
        <p:spPr>
          <a:xfrm>
            <a:off x="7522475" y="1364650"/>
            <a:ext cx="427800" cy="427800"/>
          </a:xfrm>
          <a:prstGeom prst="ellipse">
            <a:avLst/>
          </a:prstGeom>
          <a:solidFill>
            <a:srgbClr val="FFBC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5"/>
          <p:cNvSpPr/>
          <p:nvPr/>
        </p:nvSpPr>
        <p:spPr>
          <a:xfrm>
            <a:off x="5420675" y="1364650"/>
            <a:ext cx="427800" cy="427800"/>
          </a:xfrm>
          <a:prstGeom prst="ellipse">
            <a:avLst/>
          </a:prstGeom>
          <a:solidFill>
            <a:srgbClr val="FFBC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5"/>
          <p:cNvSpPr/>
          <p:nvPr/>
        </p:nvSpPr>
        <p:spPr>
          <a:xfrm>
            <a:off x="3318875" y="1364650"/>
            <a:ext cx="427800" cy="427800"/>
          </a:xfrm>
          <a:prstGeom prst="ellipse">
            <a:avLst/>
          </a:prstGeom>
          <a:solidFill>
            <a:srgbClr val="FFBC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5"/>
          <p:cNvSpPr txBox="1"/>
          <p:nvPr/>
        </p:nvSpPr>
        <p:spPr>
          <a:xfrm>
            <a:off x="2773775" y="1960800"/>
            <a:ext cx="1518000" cy="947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lt1"/>
              </a:buClr>
              <a:buSzPts val="1100"/>
              <a:buFont typeface="Arial"/>
              <a:buNone/>
            </a:pPr>
            <a:r>
              <a:rPr b="1" lang="en-GB" sz="900">
                <a:solidFill>
                  <a:srgbClr val="FFFFFF"/>
                </a:solidFill>
              </a:rPr>
              <a:t>Edge Appliance + API</a:t>
            </a:r>
            <a:endParaRPr b="1" sz="900">
              <a:solidFill>
                <a:srgbClr val="FFFFFF"/>
              </a:solidFill>
            </a:endParaRPr>
          </a:p>
          <a:p>
            <a:pPr indent="0" lvl="0" marL="0" marR="0" rtl="0" algn="l">
              <a:lnSpc>
                <a:spcPct val="100000"/>
              </a:lnSpc>
              <a:spcBef>
                <a:spcPts val="0"/>
              </a:spcBef>
              <a:spcAft>
                <a:spcPts val="0"/>
              </a:spcAft>
              <a:buClr>
                <a:srgbClr val="000000"/>
              </a:buClr>
              <a:buSzPts val="900"/>
              <a:buFont typeface="Arial"/>
              <a:buNone/>
            </a:pPr>
            <a:r>
              <a:t/>
            </a:r>
            <a:endParaRPr b="1" sz="900">
              <a:solidFill>
                <a:srgbClr val="FFFFFF"/>
              </a:solidFill>
            </a:endParaRPr>
          </a:p>
          <a:p>
            <a:pPr indent="0" lvl="0" marL="0" rtl="0" algn="ctr">
              <a:spcBef>
                <a:spcPts val="0"/>
              </a:spcBef>
              <a:spcAft>
                <a:spcPts val="0"/>
              </a:spcAft>
              <a:buClr>
                <a:schemeClr val="lt1"/>
              </a:buClr>
              <a:buSzPts val="1100"/>
              <a:buFont typeface="Arial"/>
              <a:buNone/>
            </a:pPr>
            <a:r>
              <a:rPr lang="en-GB" sz="800">
                <a:solidFill>
                  <a:srgbClr val="C9C4BC"/>
                </a:solidFill>
              </a:rPr>
              <a:t>Edge appliance ships to customer site preloaded; API tier for cloud-connected deployments needing shared learning.</a:t>
            </a:r>
            <a:endParaRPr sz="800">
              <a:solidFill>
                <a:srgbClr val="C9C4BC"/>
              </a:solidFill>
            </a:endParaRPr>
          </a:p>
        </p:txBody>
      </p:sp>
      <p:sp>
        <p:nvSpPr>
          <p:cNvPr id="238" name="Google Shape;238;p35"/>
          <p:cNvSpPr txBox="1"/>
          <p:nvPr/>
        </p:nvSpPr>
        <p:spPr>
          <a:xfrm>
            <a:off x="4875575" y="1960800"/>
            <a:ext cx="1518000" cy="947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lt1"/>
              </a:buClr>
              <a:buSzPts val="1100"/>
              <a:buFont typeface="Arial"/>
              <a:buNone/>
            </a:pPr>
            <a:r>
              <a:rPr b="1" lang="en-GB" sz="900">
                <a:solidFill>
                  <a:srgbClr val="FFFFFF"/>
                </a:solidFill>
              </a:rPr>
              <a:t>Minimal-Label Fine-Tuning</a:t>
            </a:r>
            <a:endParaRPr b="1" sz="900">
              <a:solidFill>
                <a:srgbClr val="FFFFFF"/>
              </a:solidFill>
            </a:endParaRPr>
          </a:p>
          <a:p>
            <a:pPr indent="0" lvl="0" marL="0" marR="0" rtl="0" algn="l">
              <a:lnSpc>
                <a:spcPct val="100000"/>
              </a:lnSpc>
              <a:spcBef>
                <a:spcPts val="0"/>
              </a:spcBef>
              <a:spcAft>
                <a:spcPts val="0"/>
              </a:spcAft>
              <a:buClr>
                <a:srgbClr val="000000"/>
              </a:buClr>
              <a:buSzPts val="900"/>
              <a:buFont typeface="Arial"/>
              <a:buNone/>
            </a:pPr>
            <a:r>
              <a:t/>
            </a:r>
            <a:endParaRPr b="1" sz="900">
              <a:solidFill>
                <a:srgbClr val="FFFFFF"/>
              </a:solidFill>
            </a:endParaRPr>
          </a:p>
          <a:p>
            <a:pPr indent="0" lvl="0" marL="0" rtl="0" algn="ctr">
              <a:spcBef>
                <a:spcPts val="0"/>
              </a:spcBef>
              <a:spcAft>
                <a:spcPts val="0"/>
              </a:spcAft>
              <a:buClr>
                <a:schemeClr val="lt1"/>
              </a:buClr>
              <a:buSzPts val="1100"/>
              <a:buFont typeface="Arial"/>
              <a:buNone/>
            </a:pPr>
            <a:r>
              <a:rPr lang="en-GB" sz="800">
                <a:solidFill>
                  <a:srgbClr val="C9C4BC"/>
                </a:solidFill>
              </a:rPr>
              <a:t>Model generalises from the base rather than starting from scratch — customer-specific defects need only a handful of examples.</a:t>
            </a:r>
            <a:endParaRPr sz="800">
              <a:solidFill>
                <a:srgbClr val="C9C4BC"/>
              </a:solidFill>
            </a:endParaRPr>
          </a:p>
        </p:txBody>
      </p:sp>
      <p:sp>
        <p:nvSpPr>
          <p:cNvPr id="239" name="Google Shape;239;p35"/>
          <p:cNvSpPr txBox="1"/>
          <p:nvPr/>
        </p:nvSpPr>
        <p:spPr>
          <a:xfrm>
            <a:off x="6885575" y="1960800"/>
            <a:ext cx="1701600" cy="947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lt1"/>
              </a:buClr>
              <a:buSzPts val="1100"/>
              <a:buFont typeface="Arial"/>
              <a:buNone/>
            </a:pPr>
            <a:r>
              <a:rPr b="1" lang="en-GB" sz="900">
                <a:solidFill>
                  <a:srgbClr val="FFFFFF"/>
                </a:solidFill>
              </a:rPr>
              <a:t>Federated Learning Tier</a:t>
            </a:r>
            <a:endParaRPr b="1" sz="900">
              <a:solidFill>
                <a:srgbClr val="FFFFFF"/>
              </a:solidFill>
            </a:endParaRPr>
          </a:p>
          <a:p>
            <a:pPr indent="0" lvl="0" marL="0" marR="0" rtl="0" algn="l">
              <a:lnSpc>
                <a:spcPct val="100000"/>
              </a:lnSpc>
              <a:spcBef>
                <a:spcPts val="0"/>
              </a:spcBef>
              <a:spcAft>
                <a:spcPts val="0"/>
              </a:spcAft>
              <a:buClr>
                <a:srgbClr val="000000"/>
              </a:buClr>
              <a:buSzPts val="900"/>
              <a:buFont typeface="Arial"/>
              <a:buNone/>
            </a:pPr>
            <a:r>
              <a:t/>
            </a:r>
            <a:endParaRPr b="1" sz="900">
              <a:solidFill>
                <a:srgbClr val="FFFFFF"/>
              </a:solidFill>
            </a:endParaRPr>
          </a:p>
          <a:p>
            <a:pPr indent="0" lvl="0" marL="0" rtl="0" algn="ctr">
              <a:spcBef>
                <a:spcPts val="0"/>
              </a:spcBef>
              <a:spcAft>
                <a:spcPts val="0"/>
              </a:spcAft>
              <a:buClr>
                <a:schemeClr val="lt1"/>
              </a:buClr>
              <a:buSzPts val="1100"/>
              <a:buFont typeface="Arial"/>
              <a:buNone/>
            </a:pPr>
            <a:r>
              <a:rPr lang="en-GB" sz="800">
                <a:solidFill>
                  <a:srgbClr val="C9C4BC"/>
                </a:solidFill>
              </a:rPr>
              <a:t>Customers can contribute anonymised defect examples to sharpen the base model, with revenue share for high-value contributors.</a:t>
            </a:r>
            <a:endParaRPr sz="800">
              <a:solidFill>
                <a:srgbClr val="C9C4BC"/>
              </a:solidFill>
            </a:endParaRPr>
          </a:p>
        </p:txBody>
      </p:sp>
      <p:sp>
        <p:nvSpPr>
          <p:cNvPr id="240" name="Google Shape;240;p35"/>
          <p:cNvSpPr/>
          <p:nvPr/>
        </p:nvSpPr>
        <p:spPr>
          <a:xfrm>
            <a:off x="689775" y="3076252"/>
            <a:ext cx="7790700" cy="1145100"/>
          </a:xfrm>
          <a:prstGeom prst="roundRect">
            <a:avLst>
              <a:gd fmla="val 8000" name="adj"/>
            </a:avLst>
          </a:prstGeom>
          <a:solidFill>
            <a:srgbClr val="141414"/>
          </a:solidFill>
          <a:ln cap="flat" cmpd="sng" w="13225">
            <a:solidFill>
              <a:srgbClr val="2E2E2E"/>
            </a:solidFill>
            <a:prstDash val="solid"/>
            <a:round/>
            <a:headEnd len="sm" w="sm" type="none"/>
            <a:tailEnd len="sm" w="sm" type="none"/>
          </a:ln>
        </p:spPr>
        <p:txBody>
          <a:bodyPr anchorCtr="0" anchor="t" bIns="72000" lIns="72000" spcFirstLastPara="1" rIns="72000" wrap="square" tIns="72000">
            <a:noAutofit/>
          </a:bodyPr>
          <a:lstStyle/>
          <a:p>
            <a:pPr indent="0" lvl="0" marL="0" marR="29921" rtl="0" algn="l">
              <a:spcBef>
                <a:spcPts val="0"/>
              </a:spcBef>
              <a:spcAft>
                <a:spcPts val="0"/>
              </a:spcAft>
              <a:buClr>
                <a:schemeClr val="lt1"/>
              </a:buClr>
              <a:buSzPts val="1100"/>
              <a:buFont typeface="Arial"/>
              <a:buNone/>
            </a:pPr>
            <a:r>
              <a:rPr b="1" lang="en-GB" sz="1000">
                <a:solidFill>
                  <a:srgbClr val="FFBC00"/>
                </a:solidFill>
                <a:latin typeface="Roboto"/>
                <a:ea typeface="Roboto"/>
                <a:cs typeface="Roboto"/>
                <a:sym typeface="Roboto"/>
              </a:rPr>
              <a:t>Technical Deep</a:t>
            </a:r>
            <a:r>
              <a:rPr b="1" lang="en-GB" sz="1000">
                <a:solidFill>
                  <a:srgbClr val="FFBC00"/>
                </a:solidFill>
                <a:latin typeface="Roboto"/>
                <a:ea typeface="Roboto"/>
                <a:cs typeface="Roboto"/>
                <a:sym typeface="Roboto"/>
              </a:rPr>
              <a:t>-</a:t>
            </a:r>
            <a:r>
              <a:rPr b="1" lang="en-GB" sz="1000">
                <a:solidFill>
                  <a:srgbClr val="FFBC00"/>
                </a:solidFill>
                <a:latin typeface="Roboto"/>
                <a:ea typeface="Roboto"/>
                <a:cs typeface="Roboto"/>
                <a:sym typeface="Roboto"/>
              </a:rPr>
              <a:t>Dive — How The Model Learns A New Defect In Hours, Not Weeks</a:t>
            </a:r>
            <a:endParaRPr b="1" sz="1000">
              <a:solidFill>
                <a:srgbClr val="FFBC00"/>
              </a:solidFill>
              <a:latin typeface="Roboto"/>
              <a:ea typeface="Roboto"/>
              <a:cs typeface="Roboto"/>
              <a:sym typeface="Roboto"/>
            </a:endParaRPr>
          </a:p>
          <a:p>
            <a:pPr indent="0" lvl="0" marL="0" marR="29921" rtl="0" algn="l">
              <a:spcBef>
                <a:spcPts val="0"/>
              </a:spcBef>
              <a:spcAft>
                <a:spcPts val="0"/>
              </a:spcAft>
              <a:buClr>
                <a:schemeClr val="lt1"/>
              </a:buClr>
              <a:buSzPts val="1100"/>
              <a:buFont typeface="Arial"/>
              <a:buNone/>
            </a:pPr>
            <a:r>
              <a:rPr lang="en-GB" sz="1000">
                <a:solidFill>
                  <a:schemeClr val="dk2"/>
                </a:solidFill>
                <a:latin typeface="Roboto"/>
                <a:ea typeface="Roboto"/>
                <a:cs typeface="Roboto"/>
                <a:sym typeface="Roboto"/>
              </a:rPr>
              <a:t>Adding a new defect type is a fine-tuning step on top of a pre-trained backbone — not training a vision model from zero.</a:t>
            </a:r>
            <a:endParaRPr sz="1000">
              <a:solidFill>
                <a:schemeClr val="dk2"/>
              </a:solidFill>
              <a:latin typeface="Roboto"/>
              <a:ea typeface="Roboto"/>
              <a:cs typeface="Roboto"/>
              <a:sym typeface="Roboto"/>
            </a:endParaRPr>
          </a:p>
        </p:txBody>
      </p:sp>
      <p:pic>
        <p:nvPicPr>
          <p:cNvPr id="241" name="Google Shape;241;p35"/>
          <p:cNvPicPr preferRelativeResize="0"/>
          <p:nvPr/>
        </p:nvPicPr>
        <p:blipFill>
          <a:blip r:embed="rId3">
            <a:alphaModFix/>
          </a:blip>
          <a:stretch>
            <a:fillRect/>
          </a:stretch>
        </p:blipFill>
        <p:spPr>
          <a:xfrm>
            <a:off x="1316225" y="1463800"/>
            <a:ext cx="229500" cy="229500"/>
          </a:xfrm>
          <a:prstGeom prst="rect">
            <a:avLst/>
          </a:prstGeom>
          <a:noFill/>
          <a:ln>
            <a:noFill/>
          </a:ln>
        </p:spPr>
      </p:pic>
      <p:pic>
        <p:nvPicPr>
          <p:cNvPr id="242" name="Google Shape;242;p35"/>
          <p:cNvPicPr preferRelativeResize="0"/>
          <p:nvPr/>
        </p:nvPicPr>
        <p:blipFill>
          <a:blip r:embed="rId4">
            <a:alphaModFix/>
          </a:blip>
          <a:stretch>
            <a:fillRect/>
          </a:stretch>
        </p:blipFill>
        <p:spPr>
          <a:xfrm>
            <a:off x="3418025" y="1463801"/>
            <a:ext cx="229500" cy="229500"/>
          </a:xfrm>
          <a:prstGeom prst="rect">
            <a:avLst/>
          </a:prstGeom>
          <a:noFill/>
          <a:ln>
            <a:noFill/>
          </a:ln>
        </p:spPr>
      </p:pic>
      <p:pic>
        <p:nvPicPr>
          <p:cNvPr id="243" name="Google Shape;243;p35"/>
          <p:cNvPicPr preferRelativeResize="0"/>
          <p:nvPr/>
        </p:nvPicPr>
        <p:blipFill>
          <a:blip r:embed="rId5">
            <a:alphaModFix/>
          </a:blip>
          <a:stretch>
            <a:fillRect/>
          </a:stretch>
        </p:blipFill>
        <p:spPr>
          <a:xfrm>
            <a:off x="5519825" y="1463801"/>
            <a:ext cx="229500" cy="229500"/>
          </a:xfrm>
          <a:prstGeom prst="rect">
            <a:avLst/>
          </a:prstGeom>
          <a:noFill/>
          <a:ln>
            <a:noFill/>
          </a:ln>
        </p:spPr>
      </p:pic>
      <p:pic>
        <p:nvPicPr>
          <p:cNvPr id="244" name="Google Shape;244;p35"/>
          <p:cNvPicPr preferRelativeResize="0"/>
          <p:nvPr/>
        </p:nvPicPr>
        <p:blipFill>
          <a:blip r:embed="rId6">
            <a:alphaModFix/>
          </a:blip>
          <a:stretch>
            <a:fillRect/>
          </a:stretch>
        </p:blipFill>
        <p:spPr>
          <a:xfrm>
            <a:off x="7621625" y="1463795"/>
            <a:ext cx="229500" cy="229500"/>
          </a:xfrm>
          <a:prstGeom prst="rect">
            <a:avLst/>
          </a:prstGeom>
          <a:noFill/>
          <a:ln>
            <a:noFill/>
          </a:ln>
        </p:spPr>
      </p:pic>
      <p:sp>
        <p:nvSpPr>
          <p:cNvPr id="245" name="Google Shape;245;p35"/>
          <p:cNvSpPr txBox="1"/>
          <p:nvPr/>
        </p:nvSpPr>
        <p:spPr>
          <a:xfrm>
            <a:off x="806700" y="3506975"/>
            <a:ext cx="1726800" cy="5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GB" sz="600">
                <a:solidFill>
                  <a:schemeClr val="accent1"/>
                </a:solidFill>
                <a:latin typeface="Roboto"/>
                <a:ea typeface="Roboto"/>
                <a:cs typeface="Roboto"/>
                <a:sym typeface="Roboto"/>
              </a:rPr>
              <a:t>1. </a:t>
            </a:r>
            <a:r>
              <a:rPr b="1" lang="en-GB" sz="600">
                <a:solidFill>
                  <a:schemeClr val="accent1"/>
                </a:solidFill>
                <a:latin typeface="Roboto"/>
                <a:ea typeface="Roboto"/>
                <a:cs typeface="Roboto"/>
                <a:sym typeface="Roboto"/>
              </a:rPr>
              <a:t>Capture few-shot samples</a:t>
            </a:r>
            <a:endParaRPr sz="600">
              <a:solidFill>
                <a:schemeClr val="dk2"/>
              </a:solidFill>
              <a:latin typeface="Roboto"/>
              <a:ea typeface="Roboto"/>
              <a:cs typeface="Roboto"/>
              <a:sym typeface="Roboto"/>
            </a:endParaRPr>
          </a:p>
          <a:p>
            <a:pPr indent="0" lvl="0" marL="0" rtl="0" algn="l">
              <a:spcBef>
                <a:spcPts val="0"/>
              </a:spcBef>
              <a:spcAft>
                <a:spcPts val="0"/>
              </a:spcAft>
              <a:buNone/>
            </a:pPr>
            <a:r>
              <a:rPr lang="en-GB" sz="600">
                <a:solidFill>
                  <a:schemeClr val="dk2"/>
                </a:solidFill>
                <a:latin typeface="Roboto"/>
                <a:ea typeface="Roboto"/>
                <a:cs typeface="Roboto"/>
                <a:sym typeface="Roboto"/>
              </a:rPr>
              <a:t>Under 100 images of the new defect captured directly on the line via the edge appliance's own cameras.</a:t>
            </a:r>
            <a:endParaRPr sz="600">
              <a:solidFill>
                <a:schemeClr val="dk2"/>
              </a:solidFill>
              <a:latin typeface="Roboto"/>
              <a:ea typeface="Roboto"/>
              <a:cs typeface="Roboto"/>
              <a:sym typeface="Roboto"/>
            </a:endParaRPr>
          </a:p>
        </p:txBody>
      </p:sp>
      <p:sp>
        <p:nvSpPr>
          <p:cNvPr id="246" name="Google Shape;246;p35"/>
          <p:cNvSpPr txBox="1"/>
          <p:nvPr/>
        </p:nvSpPr>
        <p:spPr>
          <a:xfrm>
            <a:off x="2745133" y="3506975"/>
            <a:ext cx="1726800" cy="5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600">
                <a:solidFill>
                  <a:schemeClr val="accent1"/>
                </a:solidFill>
                <a:latin typeface="Roboto"/>
                <a:ea typeface="Roboto"/>
                <a:cs typeface="Roboto"/>
                <a:sym typeface="Roboto"/>
              </a:rPr>
              <a:t>2</a:t>
            </a:r>
            <a:r>
              <a:rPr b="1" lang="en-GB" sz="600">
                <a:solidFill>
                  <a:schemeClr val="accent1"/>
                </a:solidFill>
                <a:latin typeface="Roboto"/>
                <a:ea typeface="Roboto"/>
                <a:cs typeface="Roboto"/>
                <a:sym typeface="Roboto"/>
              </a:rPr>
              <a:t>. </a:t>
            </a:r>
            <a:r>
              <a:rPr b="1" lang="en-GB" sz="600">
                <a:solidFill>
                  <a:schemeClr val="accent1"/>
                </a:solidFill>
                <a:latin typeface="Roboto"/>
                <a:ea typeface="Roboto"/>
                <a:cs typeface="Roboto"/>
                <a:sym typeface="Roboto"/>
              </a:rPr>
              <a:t>Embed via the pre-trained backbone</a:t>
            </a:r>
            <a:endParaRPr b="1" sz="600">
              <a:solidFill>
                <a:schemeClr val="accent1"/>
              </a:solidFill>
              <a:latin typeface="Roboto"/>
              <a:ea typeface="Roboto"/>
              <a:cs typeface="Roboto"/>
              <a:sym typeface="Roboto"/>
            </a:endParaRPr>
          </a:p>
          <a:p>
            <a:pPr indent="0" lvl="0" marL="0" rtl="0" algn="l">
              <a:spcBef>
                <a:spcPts val="0"/>
              </a:spcBef>
              <a:spcAft>
                <a:spcPts val="0"/>
              </a:spcAft>
              <a:buNone/>
            </a:pPr>
            <a:r>
              <a:rPr lang="en-GB" sz="600">
                <a:solidFill>
                  <a:schemeClr val="dk2"/>
                </a:solidFill>
                <a:latin typeface="Roboto"/>
                <a:ea typeface="Roboto"/>
                <a:cs typeface="Roboto"/>
                <a:sym typeface="Roboto"/>
              </a:rPr>
              <a:t>Images pass through weights already trained on Bosch's plant defect corpus, mapped into a rich, general defect-feature space instead of starting blind.</a:t>
            </a:r>
            <a:endParaRPr sz="600">
              <a:solidFill>
                <a:schemeClr val="dk2"/>
              </a:solidFill>
              <a:latin typeface="Roboto"/>
              <a:ea typeface="Roboto"/>
              <a:cs typeface="Roboto"/>
              <a:sym typeface="Roboto"/>
            </a:endParaRPr>
          </a:p>
        </p:txBody>
      </p:sp>
      <p:sp>
        <p:nvSpPr>
          <p:cNvPr id="247" name="Google Shape;247;p35"/>
          <p:cNvSpPr txBox="1"/>
          <p:nvPr/>
        </p:nvSpPr>
        <p:spPr>
          <a:xfrm>
            <a:off x="4683565" y="3506975"/>
            <a:ext cx="1726800" cy="5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600">
                <a:solidFill>
                  <a:schemeClr val="accent1"/>
                </a:solidFill>
                <a:latin typeface="Roboto"/>
                <a:ea typeface="Roboto"/>
                <a:cs typeface="Roboto"/>
                <a:sym typeface="Roboto"/>
              </a:rPr>
              <a:t>3</a:t>
            </a:r>
            <a:r>
              <a:rPr b="1" lang="en-GB" sz="600">
                <a:solidFill>
                  <a:schemeClr val="accent1"/>
                </a:solidFill>
                <a:latin typeface="Roboto"/>
                <a:ea typeface="Roboto"/>
                <a:cs typeface="Roboto"/>
                <a:sym typeface="Roboto"/>
              </a:rPr>
              <a:t>. </a:t>
            </a:r>
            <a:r>
              <a:rPr b="1" lang="en-GB" sz="600">
                <a:solidFill>
                  <a:schemeClr val="accent1"/>
                </a:solidFill>
                <a:latin typeface="Roboto"/>
                <a:ea typeface="Roboto"/>
                <a:cs typeface="Roboto"/>
                <a:sym typeface="Roboto"/>
              </a:rPr>
              <a:t>Fine-tune the classification head</a:t>
            </a:r>
            <a:endParaRPr b="1" sz="600">
              <a:solidFill>
                <a:schemeClr val="accent1"/>
              </a:solidFill>
              <a:latin typeface="Roboto"/>
              <a:ea typeface="Roboto"/>
              <a:cs typeface="Roboto"/>
              <a:sym typeface="Roboto"/>
            </a:endParaRPr>
          </a:p>
          <a:p>
            <a:pPr indent="0" lvl="0" marL="0" rtl="0" algn="l">
              <a:spcBef>
                <a:spcPts val="0"/>
              </a:spcBef>
              <a:spcAft>
                <a:spcPts val="0"/>
              </a:spcAft>
              <a:buNone/>
            </a:pPr>
            <a:r>
              <a:rPr lang="en-GB" sz="600">
                <a:solidFill>
                  <a:schemeClr val="dk2"/>
                </a:solidFill>
                <a:latin typeface="Roboto"/>
                <a:ea typeface="Roboto"/>
                <a:cs typeface="Roboto"/>
                <a:sym typeface="Roboto"/>
              </a:rPr>
              <a:t>Only a lightweight head is retrained on the new samples — the backbone stays frozen, which is what makes hours-not-weeks tuning possible.</a:t>
            </a:r>
            <a:endParaRPr sz="600">
              <a:solidFill>
                <a:schemeClr val="dk2"/>
              </a:solidFill>
              <a:latin typeface="Roboto"/>
              <a:ea typeface="Roboto"/>
              <a:cs typeface="Roboto"/>
              <a:sym typeface="Roboto"/>
            </a:endParaRPr>
          </a:p>
        </p:txBody>
      </p:sp>
      <p:sp>
        <p:nvSpPr>
          <p:cNvPr id="248" name="Google Shape;248;p35"/>
          <p:cNvSpPr txBox="1"/>
          <p:nvPr/>
        </p:nvSpPr>
        <p:spPr>
          <a:xfrm>
            <a:off x="6621997" y="3506975"/>
            <a:ext cx="1726800" cy="5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600">
                <a:solidFill>
                  <a:schemeClr val="accent1"/>
                </a:solidFill>
                <a:latin typeface="Roboto"/>
                <a:ea typeface="Roboto"/>
                <a:cs typeface="Roboto"/>
                <a:sym typeface="Roboto"/>
              </a:rPr>
              <a:t>4</a:t>
            </a:r>
            <a:r>
              <a:rPr b="1" lang="en-GB" sz="600">
                <a:solidFill>
                  <a:schemeClr val="accent1"/>
                </a:solidFill>
                <a:latin typeface="Roboto"/>
                <a:ea typeface="Roboto"/>
                <a:cs typeface="Roboto"/>
                <a:sym typeface="Roboto"/>
              </a:rPr>
              <a:t>. </a:t>
            </a:r>
            <a:r>
              <a:rPr b="1" lang="en-GB" sz="600">
                <a:solidFill>
                  <a:schemeClr val="accent1"/>
                </a:solidFill>
                <a:latin typeface="Roboto"/>
                <a:ea typeface="Roboto"/>
                <a:cs typeface="Roboto"/>
                <a:sym typeface="Roboto"/>
              </a:rPr>
              <a:t>Validate &amp; push to the edge</a:t>
            </a:r>
            <a:endParaRPr b="1" sz="600">
              <a:solidFill>
                <a:schemeClr val="accent1"/>
              </a:solidFill>
              <a:latin typeface="Roboto"/>
              <a:ea typeface="Roboto"/>
              <a:cs typeface="Roboto"/>
              <a:sym typeface="Roboto"/>
            </a:endParaRPr>
          </a:p>
          <a:p>
            <a:pPr indent="0" lvl="0" marL="0" rtl="0" algn="l">
              <a:spcBef>
                <a:spcPts val="0"/>
              </a:spcBef>
              <a:spcAft>
                <a:spcPts val="0"/>
              </a:spcAft>
              <a:buNone/>
            </a:pPr>
            <a:r>
              <a:rPr lang="en-GB" sz="600">
                <a:solidFill>
                  <a:schemeClr val="dk2"/>
                </a:solidFill>
                <a:latin typeface="Roboto"/>
                <a:ea typeface="Roboto"/>
                <a:cs typeface="Roboto"/>
                <a:sym typeface="Roboto"/>
              </a:rPr>
              <a:t>Model is checked against held-out samples, then pushed live to the edge appliance — inspecting the very next unit down the line.</a:t>
            </a:r>
            <a:endParaRPr sz="600">
              <a:solidFill>
                <a:schemeClr val="dk2"/>
              </a:solidFill>
              <a:latin typeface="Roboto"/>
              <a:ea typeface="Roboto"/>
              <a:cs typeface="Roboto"/>
              <a:sym typeface="Roboto"/>
            </a:endParaRPr>
          </a:p>
        </p:txBody>
      </p:sp>
      <p:sp>
        <p:nvSpPr>
          <p:cNvPr id="249" name="Google Shape;249;p35"/>
          <p:cNvSpPr txBox="1"/>
          <p:nvPr/>
        </p:nvSpPr>
        <p:spPr>
          <a:xfrm>
            <a:off x="6336792" y="224383"/>
            <a:ext cx="2502600" cy="2295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Clr>
                <a:srgbClr val="000000"/>
              </a:buClr>
              <a:buSzPts val="800"/>
              <a:buFont typeface="Arial"/>
              <a:buNone/>
            </a:pPr>
            <a:r>
              <a:rPr lang="en-GB" sz="800">
                <a:solidFill>
                  <a:schemeClr val="dk2"/>
                </a:solidFill>
                <a:latin typeface="Roboto"/>
                <a:ea typeface="Roboto"/>
                <a:cs typeface="Roboto"/>
                <a:sym typeface="Roboto"/>
              </a:rPr>
              <a:t>Visual Inspection FM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3" name="Shape 253"/>
        <p:cNvGrpSpPr/>
        <p:nvPr/>
      </p:nvGrpSpPr>
      <p:grpSpPr>
        <a:xfrm>
          <a:off x="0" y="0"/>
          <a:ext cx="0" cy="0"/>
          <a:chOff x="0" y="0"/>
          <a:chExt cx="0" cy="0"/>
        </a:xfrm>
      </p:grpSpPr>
      <p:sp>
        <p:nvSpPr>
          <p:cNvPr id="254" name="Google Shape;254;p36"/>
          <p:cNvSpPr txBox="1"/>
          <p:nvPr/>
        </p:nvSpPr>
        <p:spPr>
          <a:xfrm>
            <a:off x="689775" y="616050"/>
            <a:ext cx="7711800" cy="1539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lang="en-GB" sz="1000">
                <a:solidFill>
                  <a:schemeClr val="dk2"/>
                </a:solidFill>
                <a:latin typeface="Roboto"/>
                <a:ea typeface="Roboto"/>
                <a:cs typeface="Roboto"/>
                <a:sym typeface="Roboto"/>
              </a:rPr>
              <a:t>Where the hackathon team could focus a first, narrow wedge into the concept.</a:t>
            </a:r>
            <a:endParaRPr sz="1000">
              <a:solidFill>
                <a:schemeClr val="dk2"/>
              </a:solidFill>
              <a:latin typeface="Roboto"/>
              <a:ea typeface="Roboto"/>
              <a:cs typeface="Roboto"/>
              <a:sym typeface="Roboto"/>
            </a:endParaRPr>
          </a:p>
        </p:txBody>
      </p:sp>
      <p:sp>
        <p:nvSpPr>
          <p:cNvPr id="255" name="Google Shape;255;p36"/>
          <p:cNvSpPr txBox="1"/>
          <p:nvPr>
            <p:ph type="title"/>
          </p:nvPr>
        </p:nvSpPr>
        <p:spPr>
          <a:xfrm>
            <a:off x="689775" y="303225"/>
            <a:ext cx="65943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Potential Entry Use Cases</a:t>
            </a:r>
            <a:endParaRPr/>
          </a:p>
        </p:txBody>
      </p:sp>
      <p:sp>
        <p:nvSpPr>
          <p:cNvPr id="256" name="Google Shape;256;p36"/>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sp>
        <p:nvSpPr>
          <p:cNvPr id="257" name="Google Shape;257;p36"/>
          <p:cNvSpPr/>
          <p:nvPr/>
        </p:nvSpPr>
        <p:spPr>
          <a:xfrm>
            <a:off x="676600" y="1077550"/>
            <a:ext cx="1754400" cy="1066200"/>
          </a:xfrm>
          <a:prstGeom prst="roundRect">
            <a:avLst>
              <a:gd fmla="val 16667" name="adj"/>
            </a:avLst>
          </a:prstGeom>
          <a:solidFill>
            <a:srgbClr val="232323"/>
          </a:solidFill>
          <a:ln>
            <a:noFill/>
          </a:ln>
        </p:spPr>
        <p:txBody>
          <a:bodyPr anchorCtr="0" anchor="t" bIns="30950" lIns="61900" spcFirstLastPara="1" rIns="61900" wrap="square" tIns="30950">
            <a:noAutofit/>
          </a:bodyPr>
          <a:lstStyle/>
          <a:p>
            <a:pPr indent="0" lvl="0" marL="0" marR="0" rtl="0" algn="l">
              <a:lnSpc>
                <a:spcPct val="100000"/>
              </a:lnSpc>
              <a:spcBef>
                <a:spcPts val="0"/>
              </a:spcBef>
              <a:spcAft>
                <a:spcPts val="0"/>
              </a:spcAft>
              <a:buClr>
                <a:srgbClr val="000000"/>
              </a:buClr>
              <a:buSzPts val="948"/>
              <a:buFont typeface="Arial"/>
              <a:buNone/>
            </a:pPr>
            <a:r>
              <a:t/>
            </a:r>
            <a:endParaRPr b="0" i="0" sz="948" u="none" cap="none" strike="noStrike">
              <a:solidFill>
                <a:srgbClr val="000000"/>
              </a:solidFill>
              <a:latin typeface="Arial"/>
              <a:ea typeface="Arial"/>
              <a:cs typeface="Arial"/>
              <a:sym typeface="Arial"/>
            </a:endParaRPr>
          </a:p>
        </p:txBody>
      </p:sp>
      <p:sp>
        <p:nvSpPr>
          <p:cNvPr id="258" name="Google Shape;258;p36"/>
          <p:cNvSpPr txBox="1"/>
          <p:nvPr/>
        </p:nvSpPr>
        <p:spPr>
          <a:xfrm>
            <a:off x="796986" y="1180738"/>
            <a:ext cx="1513500" cy="385800"/>
          </a:xfrm>
          <a:prstGeom prst="rect">
            <a:avLst/>
          </a:prstGeom>
          <a:noFill/>
          <a:ln>
            <a:noFill/>
          </a:ln>
        </p:spPr>
        <p:txBody>
          <a:bodyPr anchorCtr="0" anchor="t" bIns="30950" lIns="61900" spcFirstLastPara="1" rIns="61900" wrap="square" tIns="30950">
            <a:spAutoFit/>
          </a:bodyPr>
          <a:lstStyle/>
          <a:p>
            <a:pPr indent="0" lvl="0" marL="0" rtl="0" algn="l">
              <a:lnSpc>
                <a:spcPct val="110000"/>
              </a:lnSpc>
              <a:spcBef>
                <a:spcPts val="0"/>
              </a:spcBef>
              <a:spcAft>
                <a:spcPts val="0"/>
              </a:spcAft>
              <a:buClr>
                <a:schemeClr val="lt1"/>
              </a:buClr>
              <a:buSzPts val="1100"/>
              <a:buFont typeface="Arial"/>
              <a:buNone/>
            </a:pPr>
            <a:r>
              <a:rPr b="1" lang="en-GB" sz="1000">
                <a:solidFill>
                  <a:srgbClr val="FFBC00"/>
                </a:solidFill>
                <a:latin typeface="Roboto"/>
                <a:ea typeface="Roboto"/>
                <a:cs typeface="Roboto"/>
                <a:sym typeface="Roboto"/>
              </a:rPr>
              <a:t>Automotive Tier-1 Suppliers</a:t>
            </a:r>
            <a:endParaRPr b="1" sz="1000">
              <a:solidFill>
                <a:srgbClr val="FFBC00"/>
              </a:solidFill>
              <a:latin typeface="Roboto"/>
              <a:ea typeface="Roboto"/>
              <a:cs typeface="Roboto"/>
              <a:sym typeface="Roboto"/>
            </a:endParaRPr>
          </a:p>
        </p:txBody>
      </p:sp>
      <p:sp>
        <p:nvSpPr>
          <p:cNvPr id="259" name="Google Shape;259;p36"/>
          <p:cNvSpPr txBox="1"/>
          <p:nvPr/>
        </p:nvSpPr>
        <p:spPr>
          <a:xfrm>
            <a:off x="796986" y="1605235"/>
            <a:ext cx="1513500" cy="4512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842">
                <a:solidFill>
                  <a:srgbClr val="CCCCCC"/>
                </a:solidFill>
              </a:rPr>
              <a:t>New production lines deployed under IATF 16949 quality thresholds.</a:t>
            </a:r>
            <a:endParaRPr sz="842">
              <a:solidFill>
                <a:srgbClr val="CCCCCC"/>
              </a:solidFill>
            </a:endParaRPr>
          </a:p>
        </p:txBody>
      </p:sp>
      <p:sp>
        <p:nvSpPr>
          <p:cNvPr id="260" name="Google Shape;260;p36"/>
          <p:cNvSpPr/>
          <p:nvPr/>
        </p:nvSpPr>
        <p:spPr>
          <a:xfrm>
            <a:off x="676600" y="2246885"/>
            <a:ext cx="7790700" cy="504600"/>
          </a:xfrm>
          <a:prstGeom prst="roundRect">
            <a:avLst>
              <a:gd fmla="val 8000" name="adj"/>
            </a:avLst>
          </a:prstGeom>
          <a:solidFill>
            <a:srgbClr val="141414"/>
          </a:solidFill>
          <a:ln cap="flat" cmpd="sng" w="13225">
            <a:solidFill>
              <a:srgbClr val="2E2E2E"/>
            </a:solidFill>
            <a:prstDash val="solid"/>
            <a:round/>
            <a:headEnd len="sm" w="sm" type="none"/>
            <a:tailEnd len="sm" w="sm" type="none"/>
          </a:ln>
        </p:spPr>
        <p:txBody>
          <a:bodyPr anchorCtr="0" anchor="ctr" bIns="72000" lIns="72000" spcFirstLastPara="1" rIns="72000" wrap="square" tIns="72000">
            <a:noAutofit/>
          </a:bodyPr>
          <a:lstStyle/>
          <a:p>
            <a:pPr indent="0" lvl="0" marL="0" rtl="0" algn="l">
              <a:spcBef>
                <a:spcPts val="0"/>
              </a:spcBef>
              <a:spcAft>
                <a:spcPts val="0"/>
              </a:spcAft>
              <a:buClr>
                <a:schemeClr val="lt1"/>
              </a:buClr>
              <a:buSzPts val="1100"/>
              <a:buFont typeface="Arial"/>
              <a:buNone/>
            </a:pPr>
            <a:r>
              <a:rPr b="1" lang="en-GB" sz="1000">
                <a:solidFill>
                  <a:schemeClr val="accent1"/>
                </a:solidFill>
                <a:latin typeface="Roboto"/>
                <a:ea typeface="Roboto"/>
                <a:cs typeface="Roboto"/>
                <a:sym typeface="Roboto"/>
              </a:rPr>
              <a:t>Recommended wedge: </a:t>
            </a:r>
            <a:r>
              <a:rPr lang="en-GB" sz="1000">
                <a:solidFill>
                  <a:schemeClr val="dk2"/>
                </a:solidFill>
                <a:latin typeface="Roboto"/>
                <a:ea typeface="Roboto"/>
                <a:cs typeface="Roboto"/>
                <a:sym typeface="Roboto"/>
              </a:rPr>
              <a:t>start inside Bosch's own plant network — every inspection line becomes a first customer and a live feedback loop, feeding new defect types and edge cases back into the model before it ever reaches an external customer.</a:t>
            </a:r>
            <a:endParaRPr sz="1000">
              <a:solidFill>
                <a:schemeClr val="dk2"/>
              </a:solidFill>
              <a:latin typeface="Roboto"/>
              <a:ea typeface="Roboto"/>
              <a:cs typeface="Roboto"/>
              <a:sym typeface="Roboto"/>
            </a:endParaRPr>
          </a:p>
        </p:txBody>
      </p:sp>
      <p:sp>
        <p:nvSpPr>
          <p:cNvPr id="261" name="Google Shape;261;p36"/>
          <p:cNvSpPr/>
          <p:nvPr/>
        </p:nvSpPr>
        <p:spPr>
          <a:xfrm>
            <a:off x="6713000" y="1077550"/>
            <a:ext cx="1754400" cy="1066200"/>
          </a:xfrm>
          <a:prstGeom prst="roundRect">
            <a:avLst>
              <a:gd fmla="val 16667" name="adj"/>
            </a:avLst>
          </a:prstGeom>
          <a:solidFill>
            <a:srgbClr val="232323"/>
          </a:solidFill>
          <a:ln>
            <a:noFill/>
          </a:ln>
        </p:spPr>
        <p:txBody>
          <a:bodyPr anchorCtr="0" anchor="t" bIns="30950" lIns="61900" spcFirstLastPara="1" rIns="61900" wrap="square" tIns="30950">
            <a:noAutofit/>
          </a:bodyPr>
          <a:lstStyle/>
          <a:p>
            <a:pPr indent="0" lvl="0" marL="0" marR="0" rtl="0" algn="l">
              <a:lnSpc>
                <a:spcPct val="100000"/>
              </a:lnSpc>
              <a:spcBef>
                <a:spcPts val="0"/>
              </a:spcBef>
              <a:spcAft>
                <a:spcPts val="0"/>
              </a:spcAft>
              <a:buClr>
                <a:srgbClr val="000000"/>
              </a:buClr>
              <a:buSzPts val="948"/>
              <a:buFont typeface="Arial"/>
              <a:buNone/>
            </a:pPr>
            <a:r>
              <a:t/>
            </a:r>
            <a:endParaRPr b="0" i="0" sz="948" u="none" cap="none" strike="noStrike">
              <a:solidFill>
                <a:srgbClr val="000000"/>
              </a:solidFill>
              <a:latin typeface="Arial"/>
              <a:ea typeface="Arial"/>
              <a:cs typeface="Arial"/>
              <a:sym typeface="Arial"/>
            </a:endParaRPr>
          </a:p>
        </p:txBody>
      </p:sp>
      <p:sp>
        <p:nvSpPr>
          <p:cNvPr id="262" name="Google Shape;262;p36"/>
          <p:cNvSpPr/>
          <p:nvPr/>
        </p:nvSpPr>
        <p:spPr>
          <a:xfrm>
            <a:off x="4700867" y="1077550"/>
            <a:ext cx="1754400" cy="1066200"/>
          </a:xfrm>
          <a:prstGeom prst="roundRect">
            <a:avLst>
              <a:gd fmla="val 16667" name="adj"/>
            </a:avLst>
          </a:prstGeom>
          <a:solidFill>
            <a:srgbClr val="232323"/>
          </a:solidFill>
          <a:ln>
            <a:noFill/>
          </a:ln>
        </p:spPr>
        <p:txBody>
          <a:bodyPr anchorCtr="0" anchor="t" bIns="30950" lIns="61900" spcFirstLastPara="1" rIns="61900" wrap="square" tIns="30950">
            <a:noAutofit/>
          </a:bodyPr>
          <a:lstStyle/>
          <a:p>
            <a:pPr indent="0" lvl="0" marL="0" marR="0" rtl="0" algn="l">
              <a:lnSpc>
                <a:spcPct val="100000"/>
              </a:lnSpc>
              <a:spcBef>
                <a:spcPts val="0"/>
              </a:spcBef>
              <a:spcAft>
                <a:spcPts val="0"/>
              </a:spcAft>
              <a:buClr>
                <a:srgbClr val="000000"/>
              </a:buClr>
              <a:buSzPts val="948"/>
              <a:buFont typeface="Arial"/>
              <a:buNone/>
            </a:pPr>
            <a:r>
              <a:t/>
            </a:r>
            <a:endParaRPr b="0" i="0" sz="948" u="none" cap="none" strike="noStrike">
              <a:solidFill>
                <a:srgbClr val="000000"/>
              </a:solidFill>
              <a:latin typeface="Arial"/>
              <a:ea typeface="Arial"/>
              <a:cs typeface="Arial"/>
              <a:sym typeface="Arial"/>
            </a:endParaRPr>
          </a:p>
        </p:txBody>
      </p:sp>
      <p:sp>
        <p:nvSpPr>
          <p:cNvPr id="263" name="Google Shape;263;p36"/>
          <p:cNvSpPr/>
          <p:nvPr/>
        </p:nvSpPr>
        <p:spPr>
          <a:xfrm>
            <a:off x="2688733" y="1077550"/>
            <a:ext cx="1754400" cy="1066200"/>
          </a:xfrm>
          <a:prstGeom prst="roundRect">
            <a:avLst>
              <a:gd fmla="val 16667" name="adj"/>
            </a:avLst>
          </a:prstGeom>
          <a:solidFill>
            <a:srgbClr val="232323"/>
          </a:solidFill>
          <a:ln>
            <a:noFill/>
          </a:ln>
        </p:spPr>
        <p:txBody>
          <a:bodyPr anchorCtr="0" anchor="t" bIns="30950" lIns="61900" spcFirstLastPara="1" rIns="61900" wrap="square" tIns="30950">
            <a:noAutofit/>
          </a:bodyPr>
          <a:lstStyle/>
          <a:p>
            <a:pPr indent="0" lvl="0" marL="0" marR="0" rtl="0" algn="l">
              <a:lnSpc>
                <a:spcPct val="100000"/>
              </a:lnSpc>
              <a:spcBef>
                <a:spcPts val="0"/>
              </a:spcBef>
              <a:spcAft>
                <a:spcPts val="0"/>
              </a:spcAft>
              <a:buClr>
                <a:srgbClr val="000000"/>
              </a:buClr>
              <a:buSzPts val="948"/>
              <a:buFont typeface="Arial"/>
              <a:buNone/>
            </a:pPr>
            <a:r>
              <a:t/>
            </a:r>
            <a:endParaRPr b="0" i="0" sz="948" u="none" cap="none" strike="noStrike">
              <a:solidFill>
                <a:srgbClr val="000000"/>
              </a:solidFill>
              <a:latin typeface="Arial"/>
              <a:ea typeface="Arial"/>
              <a:cs typeface="Arial"/>
              <a:sym typeface="Arial"/>
            </a:endParaRPr>
          </a:p>
        </p:txBody>
      </p:sp>
      <p:sp>
        <p:nvSpPr>
          <p:cNvPr id="264" name="Google Shape;264;p36"/>
          <p:cNvSpPr txBox="1"/>
          <p:nvPr/>
        </p:nvSpPr>
        <p:spPr>
          <a:xfrm>
            <a:off x="2809198" y="1180738"/>
            <a:ext cx="1513500" cy="385800"/>
          </a:xfrm>
          <a:prstGeom prst="rect">
            <a:avLst/>
          </a:prstGeom>
          <a:noFill/>
          <a:ln>
            <a:noFill/>
          </a:ln>
        </p:spPr>
        <p:txBody>
          <a:bodyPr anchorCtr="0" anchor="t" bIns="30950" lIns="61900" spcFirstLastPara="1" rIns="61900" wrap="square" tIns="30950">
            <a:spAutoFit/>
          </a:bodyPr>
          <a:lstStyle/>
          <a:p>
            <a:pPr indent="0" lvl="0" marL="0" rtl="0" algn="l">
              <a:lnSpc>
                <a:spcPct val="110000"/>
              </a:lnSpc>
              <a:spcBef>
                <a:spcPts val="0"/>
              </a:spcBef>
              <a:spcAft>
                <a:spcPts val="0"/>
              </a:spcAft>
              <a:buClr>
                <a:schemeClr val="lt1"/>
              </a:buClr>
              <a:buSzPts val="1100"/>
              <a:buFont typeface="Arial"/>
              <a:buNone/>
            </a:pPr>
            <a:r>
              <a:rPr b="1" lang="en-GB" sz="1000">
                <a:solidFill>
                  <a:srgbClr val="FFBC00"/>
                </a:solidFill>
                <a:latin typeface="Roboto"/>
                <a:ea typeface="Roboto"/>
                <a:cs typeface="Roboto"/>
                <a:sym typeface="Roboto"/>
              </a:rPr>
              <a:t>Consumer Electronics CMs</a:t>
            </a:r>
            <a:endParaRPr b="1" sz="1000">
              <a:solidFill>
                <a:srgbClr val="FFBC00"/>
              </a:solidFill>
              <a:latin typeface="Roboto"/>
              <a:ea typeface="Roboto"/>
              <a:cs typeface="Roboto"/>
              <a:sym typeface="Roboto"/>
            </a:endParaRPr>
          </a:p>
        </p:txBody>
      </p:sp>
      <p:sp>
        <p:nvSpPr>
          <p:cNvPr id="265" name="Google Shape;265;p36"/>
          <p:cNvSpPr txBox="1"/>
          <p:nvPr/>
        </p:nvSpPr>
        <p:spPr>
          <a:xfrm>
            <a:off x="2809198" y="1605235"/>
            <a:ext cx="1513500" cy="4512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842">
                <a:solidFill>
                  <a:srgbClr val="CCCCCC"/>
                </a:solidFill>
              </a:rPr>
              <a:t>New SKUs every quarter, needing inspection ready in days, not months.</a:t>
            </a:r>
            <a:endParaRPr sz="842">
              <a:solidFill>
                <a:srgbClr val="CCCCCC"/>
              </a:solidFill>
            </a:endParaRPr>
          </a:p>
        </p:txBody>
      </p:sp>
      <p:sp>
        <p:nvSpPr>
          <p:cNvPr id="266" name="Google Shape;266;p36"/>
          <p:cNvSpPr txBox="1"/>
          <p:nvPr/>
        </p:nvSpPr>
        <p:spPr>
          <a:xfrm>
            <a:off x="4821311" y="1180738"/>
            <a:ext cx="1513500" cy="385800"/>
          </a:xfrm>
          <a:prstGeom prst="rect">
            <a:avLst/>
          </a:prstGeom>
          <a:noFill/>
          <a:ln>
            <a:noFill/>
          </a:ln>
        </p:spPr>
        <p:txBody>
          <a:bodyPr anchorCtr="0" anchor="t" bIns="30950" lIns="61900" spcFirstLastPara="1" rIns="61900" wrap="square" tIns="30950">
            <a:spAutoFit/>
          </a:bodyPr>
          <a:lstStyle/>
          <a:p>
            <a:pPr indent="0" lvl="0" marL="0" rtl="0" algn="l">
              <a:lnSpc>
                <a:spcPct val="110000"/>
              </a:lnSpc>
              <a:spcBef>
                <a:spcPts val="0"/>
              </a:spcBef>
              <a:spcAft>
                <a:spcPts val="0"/>
              </a:spcAft>
              <a:buClr>
                <a:schemeClr val="lt1"/>
              </a:buClr>
              <a:buSzPts val="1100"/>
              <a:buFont typeface="Arial"/>
              <a:buNone/>
            </a:pPr>
            <a:r>
              <a:rPr b="1" lang="en-GB" sz="1000">
                <a:solidFill>
                  <a:srgbClr val="FFBC00"/>
                </a:solidFill>
                <a:latin typeface="Roboto"/>
                <a:ea typeface="Roboto"/>
                <a:cs typeface="Roboto"/>
                <a:sym typeface="Roboto"/>
              </a:rPr>
              <a:t>Pharma &amp; Medical Devices</a:t>
            </a:r>
            <a:endParaRPr b="1" sz="1000">
              <a:solidFill>
                <a:srgbClr val="FFBC00"/>
              </a:solidFill>
              <a:latin typeface="Roboto"/>
              <a:ea typeface="Roboto"/>
              <a:cs typeface="Roboto"/>
              <a:sym typeface="Roboto"/>
            </a:endParaRPr>
          </a:p>
        </p:txBody>
      </p:sp>
      <p:sp>
        <p:nvSpPr>
          <p:cNvPr id="267" name="Google Shape;267;p36"/>
          <p:cNvSpPr txBox="1"/>
          <p:nvPr/>
        </p:nvSpPr>
        <p:spPr>
          <a:xfrm>
            <a:off x="4821311" y="1605235"/>
            <a:ext cx="1513500" cy="5808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842">
                <a:solidFill>
                  <a:srgbClr val="CCCCCC"/>
                </a:solidFill>
              </a:rPr>
              <a:t>Rare defects carry compliance-grade consequences generic vision misses.</a:t>
            </a:r>
            <a:endParaRPr sz="842">
              <a:solidFill>
                <a:srgbClr val="CCCCCC"/>
              </a:solidFill>
            </a:endParaRPr>
          </a:p>
        </p:txBody>
      </p:sp>
      <p:sp>
        <p:nvSpPr>
          <p:cNvPr id="268" name="Google Shape;268;p36"/>
          <p:cNvSpPr txBox="1"/>
          <p:nvPr/>
        </p:nvSpPr>
        <p:spPr>
          <a:xfrm>
            <a:off x="6833461" y="1180738"/>
            <a:ext cx="1513500" cy="385800"/>
          </a:xfrm>
          <a:prstGeom prst="rect">
            <a:avLst/>
          </a:prstGeom>
          <a:noFill/>
          <a:ln>
            <a:noFill/>
          </a:ln>
        </p:spPr>
        <p:txBody>
          <a:bodyPr anchorCtr="0" anchor="t" bIns="30950" lIns="61900" spcFirstLastPara="1" rIns="61900" wrap="square" tIns="30950">
            <a:spAutoFit/>
          </a:bodyPr>
          <a:lstStyle/>
          <a:p>
            <a:pPr indent="0" lvl="0" marL="0" rtl="0" algn="l">
              <a:lnSpc>
                <a:spcPct val="110000"/>
              </a:lnSpc>
              <a:spcBef>
                <a:spcPts val="0"/>
              </a:spcBef>
              <a:spcAft>
                <a:spcPts val="0"/>
              </a:spcAft>
              <a:buClr>
                <a:schemeClr val="lt1"/>
              </a:buClr>
              <a:buSzPts val="1100"/>
              <a:buFont typeface="Arial"/>
              <a:buNone/>
            </a:pPr>
            <a:r>
              <a:rPr b="1" lang="en-GB" sz="1000">
                <a:solidFill>
                  <a:srgbClr val="FFBC00"/>
                </a:solidFill>
                <a:latin typeface="Roboto"/>
                <a:ea typeface="Roboto"/>
                <a:cs typeface="Roboto"/>
                <a:sym typeface="Roboto"/>
              </a:rPr>
              <a:t>Bosch's Own Plant Network</a:t>
            </a:r>
            <a:endParaRPr b="1" sz="1000">
              <a:solidFill>
                <a:srgbClr val="FFBC00"/>
              </a:solidFill>
              <a:latin typeface="Roboto"/>
              <a:ea typeface="Roboto"/>
              <a:cs typeface="Roboto"/>
              <a:sym typeface="Roboto"/>
            </a:endParaRPr>
          </a:p>
        </p:txBody>
      </p:sp>
      <p:sp>
        <p:nvSpPr>
          <p:cNvPr id="269" name="Google Shape;269;p36"/>
          <p:cNvSpPr txBox="1"/>
          <p:nvPr/>
        </p:nvSpPr>
        <p:spPr>
          <a:xfrm>
            <a:off x="6833461" y="1605235"/>
            <a:ext cx="1513500" cy="4512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842">
                <a:solidFill>
                  <a:srgbClr val="CCCCCC"/>
                </a:solidFill>
              </a:rPr>
              <a:t>First deployment base and paying reference — zero cold-start.</a:t>
            </a:r>
            <a:endParaRPr sz="842">
              <a:solidFill>
                <a:srgbClr val="CCCCCC"/>
              </a:solidFill>
            </a:endParaRPr>
          </a:p>
        </p:txBody>
      </p:sp>
      <p:sp>
        <p:nvSpPr>
          <p:cNvPr id="270" name="Google Shape;270;p36"/>
          <p:cNvSpPr/>
          <p:nvPr/>
        </p:nvSpPr>
        <p:spPr>
          <a:xfrm>
            <a:off x="676600" y="3101025"/>
            <a:ext cx="7790700" cy="1590000"/>
          </a:xfrm>
          <a:prstGeom prst="roundRect">
            <a:avLst>
              <a:gd fmla="val 8261" name="adj"/>
            </a:avLst>
          </a:prstGeom>
          <a:solidFill>
            <a:srgbClr val="FFBC00">
              <a:alpha val="8240"/>
            </a:srgbClr>
          </a:solidFill>
          <a:ln>
            <a:noFill/>
          </a:ln>
        </p:spPr>
        <p:txBody>
          <a:bodyPr anchorCtr="0" anchor="t" bIns="30950" lIns="61900" spcFirstLastPara="1" rIns="61900" wrap="square" tIns="30950">
            <a:noAutofit/>
          </a:bodyPr>
          <a:lstStyle/>
          <a:p>
            <a:pPr indent="0" lvl="0" marL="0" marR="0" rtl="0" algn="l">
              <a:lnSpc>
                <a:spcPct val="100000"/>
              </a:lnSpc>
              <a:spcBef>
                <a:spcPts val="0"/>
              </a:spcBef>
              <a:spcAft>
                <a:spcPts val="0"/>
              </a:spcAft>
              <a:buClr>
                <a:srgbClr val="000000"/>
              </a:buClr>
              <a:buSzPts val="948"/>
              <a:buFont typeface="Arial"/>
              <a:buNone/>
            </a:pPr>
            <a:r>
              <a:t/>
            </a:r>
            <a:endParaRPr b="0" i="0" sz="948" u="none" cap="none" strike="noStrike">
              <a:solidFill>
                <a:srgbClr val="000000"/>
              </a:solidFill>
              <a:latin typeface="Arial"/>
              <a:ea typeface="Arial"/>
              <a:cs typeface="Arial"/>
              <a:sym typeface="Arial"/>
            </a:endParaRPr>
          </a:p>
        </p:txBody>
      </p:sp>
      <p:sp>
        <p:nvSpPr>
          <p:cNvPr id="271" name="Google Shape;271;p36"/>
          <p:cNvSpPr txBox="1"/>
          <p:nvPr/>
        </p:nvSpPr>
        <p:spPr>
          <a:xfrm>
            <a:off x="624650" y="2854600"/>
            <a:ext cx="3698100" cy="22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GB" sz="600">
                <a:solidFill>
                  <a:srgbClr val="FFFFFF"/>
                </a:solidFill>
                <a:latin typeface="Roboto"/>
                <a:ea typeface="Roboto"/>
                <a:cs typeface="Roboto"/>
                <a:sym typeface="Roboto"/>
              </a:rPr>
              <a:t>REALISTIC EXAMPLE — A TIER-1 AUTOMOTIVE SUPPLIER UNDER IATF 16949</a:t>
            </a:r>
            <a:endParaRPr sz="600">
              <a:solidFill>
                <a:srgbClr val="FFFFFF"/>
              </a:solidFill>
              <a:latin typeface="Roboto"/>
              <a:ea typeface="Roboto"/>
              <a:cs typeface="Roboto"/>
              <a:sym typeface="Roboto"/>
            </a:endParaRPr>
          </a:p>
          <a:p>
            <a:pPr indent="0" lvl="0" marL="0" rtl="0" algn="l">
              <a:spcBef>
                <a:spcPts val="0"/>
              </a:spcBef>
              <a:spcAft>
                <a:spcPts val="0"/>
              </a:spcAft>
              <a:buNone/>
            </a:pPr>
            <a:r>
              <a:t/>
            </a:r>
            <a:endParaRPr sz="600">
              <a:solidFill>
                <a:srgbClr val="FFFFFF"/>
              </a:solidFill>
              <a:latin typeface="Roboto"/>
              <a:ea typeface="Roboto"/>
              <a:cs typeface="Roboto"/>
              <a:sym typeface="Roboto"/>
            </a:endParaRPr>
          </a:p>
        </p:txBody>
      </p:sp>
      <p:sp>
        <p:nvSpPr>
          <p:cNvPr id="272" name="Google Shape;272;p36"/>
          <p:cNvSpPr txBox="1"/>
          <p:nvPr/>
        </p:nvSpPr>
        <p:spPr>
          <a:xfrm>
            <a:off x="745675" y="3084100"/>
            <a:ext cx="4287300" cy="22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000">
                <a:solidFill>
                  <a:srgbClr val="FFBC00"/>
                </a:solidFill>
                <a:latin typeface="Roboto Medium"/>
                <a:ea typeface="Roboto Medium"/>
                <a:cs typeface="Roboto Medium"/>
                <a:sym typeface="Roboto Medium"/>
              </a:rPr>
              <a:t>The quality gate that decides whether a part ships</a:t>
            </a:r>
            <a:endParaRPr sz="1000">
              <a:solidFill>
                <a:srgbClr val="FFBC00"/>
              </a:solidFill>
              <a:latin typeface="Roboto Medium"/>
              <a:ea typeface="Roboto Medium"/>
              <a:cs typeface="Roboto Medium"/>
              <a:sym typeface="Roboto Medium"/>
            </a:endParaRPr>
          </a:p>
          <a:p>
            <a:pPr indent="0" lvl="0" marL="0" rtl="0" algn="l">
              <a:spcBef>
                <a:spcPts val="0"/>
              </a:spcBef>
              <a:spcAft>
                <a:spcPts val="0"/>
              </a:spcAft>
              <a:buNone/>
            </a:pPr>
            <a:r>
              <a:t/>
            </a:r>
            <a:endParaRPr sz="800">
              <a:solidFill>
                <a:srgbClr val="FFBC00"/>
              </a:solidFill>
              <a:latin typeface="Roboto Medium"/>
              <a:ea typeface="Roboto Medium"/>
              <a:cs typeface="Roboto Medium"/>
              <a:sym typeface="Roboto Medium"/>
            </a:endParaRPr>
          </a:p>
          <a:p>
            <a:pPr indent="0" lvl="0" marL="0" rtl="0" algn="l">
              <a:spcBef>
                <a:spcPts val="0"/>
              </a:spcBef>
              <a:spcAft>
                <a:spcPts val="0"/>
              </a:spcAft>
              <a:buNone/>
            </a:pPr>
            <a:r>
              <a:t/>
            </a:r>
            <a:endParaRPr sz="800">
              <a:solidFill>
                <a:srgbClr val="FFBC00"/>
              </a:solidFill>
              <a:latin typeface="Roboto Medium"/>
              <a:ea typeface="Roboto Medium"/>
              <a:cs typeface="Roboto Medium"/>
              <a:sym typeface="Roboto Medium"/>
            </a:endParaRPr>
          </a:p>
          <a:p>
            <a:pPr indent="0" lvl="0" marL="0" rtl="0" algn="l">
              <a:spcBef>
                <a:spcPts val="0"/>
              </a:spcBef>
              <a:spcAft>
                <a:spcPts val="0"/>
              </a:spcAft>
              <a:buNone/>
            </a:pPr>
            <a:r>
              <a:t/>
            </a:r>
            <a:endParaRPr sz="800">
              <a:solidFill>
                <a:srgbClr val="FFBC00"/>
              </a:solidFill>
              <a:latin typeface="Roboto Medium"/>
              <a:ea typeface="Roboto Medium"/>
              <a:cs typeface="Roboto Medium"/>
              <a:sym typeface="Roboto Medium"/>
            </a:endParaRPr>
          </a:p>
        </p:txBody>
      </p:sp>
      <p:sp>
        <p:nvSpPr>
          <p:cNvPr id="273" name="Google Shape;273;p36"/>
          <p:cNvSpPr txBox="1"/>
          <p:nvPr/>
        </p:nvSpPr>
        <p:spPr>
          <a:xfrm>
            <a:off x="796975" y="3451850"/>
            <a:ext cx="4773900" cy="8187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800">
                <a:solidFill>
                  <a:srgbClr val="FFFFFF"/>
                </a:solidFill>
                <a:latin typeface="Roboto"/>
                <a:ea typeface="Roboto"/>
                <a:cs typeface="Roboto"/>
                <a:sym typeface="Roboto"/>
              </a:rPr>
              <a:t>Tier-1 suppliers operate under IATF 16949, the automotive industry's own quality-management standard — a part that passes final inspection is assumed defect-free all the way to the OEM's line. </a:t>
            </a:r>
            <a:endParaRPr sz="800">
              <a:solidFill>
                <a:srgbClr val="FFFFFF"/>
              </a:solidFill>
              <a:latin typeface="Roboto"/>
              <a:ea typeface="Roboto"/>
              <a:cs typeface="Roboto"/>
              <a:sym typeface="Roboto"/>
            </a:endParaRPr>
          </a:p>
          <a:p>
            <a:pPr indent="0" lvl="0" marL="0" rtl="0" algn="l">
              <a:spcBef>
                <a:spcPts val="135"/>
              </a:spcBef>
              <a:spcAft>
                <a:spcPts val="0"/>
              </a:spcAft>
              <a:buClr>
                <a:schemeClr val="lt1"/>
              </a:buClr>
              <a:buSzPts val="1100"/>
              <a:buFont typeface="Arial"/>
              <a:buNone/>
            </a:pPr>
            <a:r>
              <a:rPr lang="en-GB" sz="800">
                <a:solidFill>
                  <a:srgbClr val="FFFFFF"/>
                </a:solidFill>
                <a:latin typeface="Roboto"/>
                <a:ea typeface="Roboto"/>
                <a:cs typeface="Roboto"/>
                <a:sym typeface="Roboto"/>
              </a:rPr>
              <a:t>A supplier adding a new stamped bracket or connector housing needs inspection accurate enough to trust with that assumption from day one, not after months of tuning. A slow rollout means either shipping unvalidated parts or missing the ramp schedule the OEM contracted for — there's no acceptable middle ground.</a:t>
            </a:r>
            <a:endParaRPr sz="800">
              <a:solidFill>
                <a:srgbClr val="FFFFFF"/>
              </a:solidFill>
              <a:latin typeface="Roboto"/>
              <a:ea typeface="Roboto"/>
              <a:cs typeface="Roboto"/>
              <a:sym typeface="Roboto"/>
            </a:endParaRPr>
          </a:p>
        </p:txBody>
      </p:sp>
      <p:sp>
        <p:nvSpPr>
          <p:cNvPr id="274" name="Google Shape;274;p36"/>
          <p:cNvSpPr/>
          <p:nvPr/>
        </p:nvSpPr>
        <p:spPr>
          <a:xfrm>
            <a:off x="5661050" y="3400775"/>
            <a:ext cx="2685900" cy="1181700"/>
          </a:xfrm>
          <a:prstGeom prst="roundRect">
            <a:avLst>
              <a:gd fmla="val 6357" name="adj"/>
            </a:avLst>
          </a:prstGeom>
          <a:solidFill>
            <a:srgbClr val="232323"/>
          </a:solidFill>
          <a:ln>
            <a:noFill/>
          </a:ln>
        </p:spPr>
        <p:txBody>
          <a:bodyPr anchorCtr="0" anchor="t" bIns="30950" lIns="61900" spcFirstLastPara="1" rIns="61900" wrap="square" tIns="30950">
            <a:noAutofit/>
          </a:bodyPr>
          <a:lstStyle/>
          <a:p>
            <a:pPr indent="0" lvl="0" marL="0" marR="0" rtl="0" algn="l">
              <a:lnSpc>
                <a:spcPct val="100000"/>
              </a:lnSpc>
              <a:spcBef>
                <a:spcPts val="0"/>
              </a:spcBef>
              <a:spcAft>
                <a:spcPts val="0"/>
              </a:spcAft>
              <a:buClr>
                <a:srgbClr val="000000"/>
              </a:buClr>
              <a:buSzPts val="948"/>
              <a:buFont typeface="Arial"/>
              <a:buNone/>
            </a:pPr>
            <a:r>
              <a:t/>
            </a:r>
            <a:endParaRPr b="0" i="0" sz="948" u="none" cap="none" strike="noStrike">
              <a:solidFill>
                <a:srgbClr val="000000"/>
              </a:solidFill>
              <a:latin typeface="Arial"/>
              <a:ea typeface="Arial"/>
              <a:cs typeface="Arial"/>
              <a:sym typeface="Arial"/>
            </a:endParaRPr>
          </a:p>
        </p:txBody>
      </p:sp>
      <p:sp>
        <p:nvSpPr>
          <p:cNvPr id="275" name="Google Shape;275;p36"/>
          <p:cNvSpPr txBox="1"/>
          <p:nvPr/>
        </p:nvSpPr>
        <p:spPr>
          <a:xfrm>
            <a:off x="5756950" y="3468425"/>
            <a:ext cx="2079600" cy="21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b="1" lang="en-GB" sz="600">
                <a:solidFill>
                  <a:srgbClr val="FFFFFF"/>
                </a:solidFill>
                <a:latin typeface="Roboto"/>
                <a:ea typeface="Roboto"/>
                <a:cs typeface="Roboto"/>
                <a:sym typeface="Roboto"/>
              </a:rPr>
              <a:t>INDUSTRY-REPORTED OUTCOMES, ONCE LIVE</a:t>
            </a:r>
            <a:endParaRPr b="1" sz="600">
              <a:solidFill>
                <a:srgbClr val="FFFFFF"/>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t/>
            </a:r>
            <a:endParaRPr b="1" sz="600">
              <a:solidFill>
                <a:srgbClr val="FFFFFF"/>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t/>
            </a:r>
            <a:endParaRPr b="1" sz="600">
              <a:solidFill>
                <a:srgbClr val="FFFFFF"/>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t/>
            </a:r>
            <a:endParaRPr b="1" sz="600">
              <a:solidFill>
                <a:srgbClr val="FFFFFF"/>
              </a:solidFill>
              <a:latin typeface="Roboto"/>
              <a:ea typeface="Roboto"/>
              <a:cs typeface="Roboto"/>
              <a:sym typeface="Roboto"/>
            </a:endParaRPr>
          </a:p>
          <a:p>
            <a:pPr indent="0" lvl="0" marL="0" rtl="0" algn="l">
              <a:spcBef>
                <a:spcPts val="0"/>
              </a:spcBef>
              <a:spcAft>
                <a:spcPts val="0"/>
              </a:spcAft>
              <a:buClr>
                <a:srgbClr val="000000"/>
              </a:buClr>
              <a:buSzPts val="1100"/>
              <a:buFont typeface="Arial"/>
              <a:buNone/>
            </a:pPr>
            <a:r>
              <a:t/>
            </a:r>
            <a:endParaRPr b="1" sz="600">
              <a:solidFill>
                <a:srgbClr val="FFFFFF"/>
              </a:solidFill>
              <a:latin typeface="Roboto"/>
              <a:ea typeface="Roboto"/>
              <a:cs typeface="Roboto"/>
              <a:sym typeface="Roboto"/>
            </a:endParaRPr>
          </a:p>
          <a:p>
            <a:pPr indent="0" lvl="0" marL="0" rtl="0" algn="l">
              <a:spcBef>
                <a:spcPts val="0"/>
              </a:spcBef>
              <a:spcAft>
                <a:spcPts val="0"/>
              </a:spcAft>
              <a:buClr>
                <a:srgbClr val="000000"/>
              </a:buClr>
              <a:buSzPts val="1100"/>
              <a:buFont typeface="Arial"/>
              <a:buNone/>
            </a:pPr>
            <a:r>
              <a:t/>
            </a:r>
            <a:endParaRPr sz="600">
              <a:solidFill>
                <a:srgbClr val="C9C4BC"/>
              </a:solidFill>
            </a:endParaRPr>
          </a:p>
        </p:txBody>
      </p:sp>
      <p:sp>
        <p:nvSpPr>
          <p:cNvPr id="276" name="Google Shape;276;p36"/>
          <p:cNvSpPr txBox="1"/>
          <p:nvPr/>
        </p:nvSpPr>
        <p:spPr>
          <a:xfrm>
            <a:off x="5756950" y="3640625"/>
            <a:ext cx="2502600" cy="123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b="1" lang="en-GB" sz="1200">
                <a:solidFill>
                  <a:srgbClr val="FFFFFF"/>
                </a:solidFill>
                <a:latin typeface="Roboto"/>
                <a:ea typeface="Roboto"/>
                <a:cs typeface="Roboto"/>
                <a:sym typeface="Roboto"/>
              </a:rPr>
              <a:t>↓ up to 83%</a:t>
            </a:r>
            <a:endParaRPr b="1" sz="1200">
              <a:solidFill>
                <a:srgbClr val="FFFFFF"/>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rPr lang="en-GB" sz="600">
                <a:solidFill>
                  <a:srgbClr val="FFFFFF"/>
                </a:solidFill>
                <a:latin typeface="Roboto"/>
                <a:ea typeface="Roboto"/>
                <a:cs typeface="Roboto"/>
                <a:sym typeface="Roboto"/>
              </a:rPr>
              <a:t>defect escape rate, vs. legacy sampling-based manual inspection</a:t>
            </a:r>
            <a:endParaRPr sz="600">
              <a:solidFill>
                <a:srgbClr val="FFFFFF"/>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t/>
            </a:r>
            <a:endParaRPr sz="600">
              <a:solidFill>
                <a:srgbClr val="FFFFFF"/>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t/>
            </a:r>
            <a:endParaRPr sz="600">
              <a:solidFill>
                <a:srgbClr val="FFFFFF"/>
              </a:solidFill>
              <a:latin typeface="Roboto"/>
              <a:ea typeface="Roboto"/>
              <a:cs typeface="Roboto"/>
              <a:sym typeface="Roboto"/>
            </a:endParaRPr>
          </a:p>
          <a:p>
            <a:pPr indent="0" lvl="0" marL="0" rtl="0" algn="l">
              <a:lnSpc>
                <a:spcPct val="115000"/>
              </a:lnSpc>
              <a:spcBef>
                <a:spcPts val="0"/>
              </a:spcBef>
              <a:spcAft>
                <a:spcPts val="0"/>
              </a:spcAft>
              <a:buClr>
                <a:schemeClr val="lt1"/>
              </a:buClr>
              <a:buSzPts val="1100"/>
              <a:buFont typeface="Arial"/>
              <a:buNone/>
            </a:pPr>
            <a:r>
              <a:rPr b="1" lang="en-GB" sz="1200">
                <a:solidFill>
                  <a:srgbClr val="FFFFFF"/>
                </a:solidFill>
                <a:latin typeface="Roboto"/>
                <a:ea typeface="Roboto"/>
                <a:cs typeface="Roboto"/>
                <a:sym typeface="Roboto"/>
              </a:rPr>
              <a:t>↓ up to 60%</a:t>
            </a:r>
            <a:endParaRPr b="1" sz="1200">
              <a:solidFill>
                <a:srgbClr val="FFFFFF"/>
              </a:solidFill>
              <a:latin typeface="Roboto"/>
              <a:ea typeface="Roboto"/>
              <a:cs typeface="Roboto"/>
              <a:sym typeface="Roboto"/>
            </a:endParaRPr>
          </a:p>
          <a:p>
            <a:pPr indent="0" lvl="0" marL="0" rtl="0" algn="l">
              <a:lnSpc>
                <a:spcPct val="115000"/>
              </a:lnSpc>
              <a:spcBef>
                <a:spcPts val="0"/>
              </a:spcBef>
              <a:spcAft>
                <a:spcPts val="0"/>
              </a:spcAft>
              <a:buClr>
                <a:schemeClr val="lt1"/>
              </a:buClr>
              <a:buSzPts val="1100"/>
              <a:buFont typeface="Arial"/>
              <a:buNone/>
            </a:pPr>
            <a:r>
              <a:rPr lang="en-GB" sz="600">
                <a:solidFill>
                  <a:srgbClr val="FFFFFF"/>
                </a:solidFill>
                <a:latin typeface="Roboto"/>
                <a:ea typeface="Roboto"/>
                <a:cs typeface="Roboto"/>
                <a:sym typeface="Roboto"/>
              </a:rPr>
              <a:t>warranty claims, after AI-based defect detection is deployed across the line</a:t>
            </a:r>
            <a:endParaRPr sz="600">
              <a:solidFill>
                <a:srgbClr val="FFFFFF"/>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t/>
            </a:r>
            <a:endParaRPr sz="600">
              <a:solidFill>
                <a:srgbClr val="FFFFFF"/>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t/>
            </a:r>
            <a:endParaRPr sz="600">
              <a:solidFill>
                <a:srgbClr val="FFFFFF"/>
              </a:solidFill>
              <a:latin typeface="Roboto"/>
              <a:ea typeface="Roboto"/>
              <a:cs typeface="Roboto"/>
              <a:sym typeface="Roboto"/>
            </a:endParaRPr>
          </a:p>
          <a:p>
            <a:pPr indent="0" lvl="0" marL="0" rtl="0" algn="l">
              <a:spcBef>
                <a:spcPts val="0"/>
              </a:spcBef>
              <a:spcAft>
                <a:spcPts val="0"/>
              </a:spcAft>
              <a:buClr>
                <a:schemeClr val="lt1"/>
              </a:buClr>
              <a:buSzPts val="1100"/>
              <a:buFont typeface="Arial"/>
              <a:buNone/>
            </a:pPr>
            <a:r>
              <a:t/>
            </a:r>
            <a:endParaRPr sz="600">
              <a:solidFill>
                <a:srgbClr val="FFFFFF"/>
              </a:solidFill>
              <a:latin typeface="Roboto"/>
              <a:ea typeface="Roboto"/>
              <a:cs typeface="Roboto"/>
              <a:sym typeface="Roboto"/>
            </a:endParaRPr>
          </a:p>
        </p:txBody>
      </p:sp>
      <p:cxnSp>
        <p:nvCxnSpPr>
          <p:cNvPr id="277" name="Google Shape;277;p36"/>
          <p:cNvCxnSpPr/>
          <p:nvPr/>
        </p:nvCxnSpPr>
        <p:spPr>
          <a:xfrm>
            <a:off x="5761950" y="4024650"/>
            <a:ext cx="2408100" cy="0"/>
          </a:xfrm>
          <a:prstGeom prst="straightConnector1">
            <a:avLst/>
          </a:prstGeom>
          <a:noFill/>
          <a:ln cap="flat" cmpd="sng" w="9525">
            <a:solidFill>
              <a:srgbClr val="999999"/>
            </a:solidFill>
            <a:prstDash val="solid"/>
            <a:round/>
            <a:headEnd len="med" w="med" type="none"/>
            <a:tailEnd len="med" w="med" type="none"/>
          </a:ln>
        </p:spPr>
      </p:cxnSp>
      <p:sp>
        <p:nvSpPr>
          <p:cNvPr id="278" name="Google Shape;278;p36"/>
          <p:cNvSpPr txBox="1"/>
          <p:nvPr/>
        </p:nvSpPr>
        <p:spPr>
          <a:xfrm>
            <a:off x="6336792" y="224383"/>
            <a:ext cx="2502600" cy="2295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Clr>
                <a:srgbClr val="000000"/>
              </a:buClr>
              <a:buSzPts val="800"/>
              <a:buFont typeface="Arial"/>
              <a:buNone/>
            </a:pPr>
            <a:r>
              <a:rPr lang="en-GB" sz="800">
                <a:solidFill>
                  <a:schemeClr val="dk2"/>
                </a:solidFill>
                <a:latin typeface="Roboto"/>
                <a:ea typeface="Roboto"/>
                <a:cs typeface="Roboto"/>
                <a:sym typeface="Roboto"/>
              </a:rPr>
              <a:t>Visual Inspection FM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2" name="Shape 282"/>
        <p:cNvGrpSpPr/>
        <p:nvPr/>
      </p:nvGrpSpPr>
      <p:grpSpPr>
        <a:xfrm>
          <a:off x="0" y="0"/>
          <a:ext cx="0" cy="0"/>
          <a:chOff x="0" y="0"/>
          <a:chExt cx="0" cy="0"/>
        </a:xfrm>
      </p:grpSpPr>
      <p:sp>
        <p:nvSpPr>
          <p:cNvPr id="283" name="Google Shape;283;p37"/>
          <p:cNvSpPr txBox="1"/>
          <p:nvPr/>
        </p:nvSpPr>
        <p:spPr>
          <a:xfrm>
            <a:off x="689775" y="616050"/>
            <a:ext cx="7711800" cy="1539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lang="en-GB" sz="1000">
                <a:solidFill>
                  <a:schemeClr val="dk2"/>
                </a:solidFill>
                <a:latin typeface="Roboto"/>
                <a:ea typeface="Roboto"/>
                <a:cs typeface="Roboto"/>
                <a:sym typeface="Roboto"/>
              </a:rPr>
              <a:t>A machine vision market accelerating on AI, just as regulation makes visual quality evidence non-optional.</a:t>
            </a:r>
            <a:endParaRPr sz="1000">
              <a:solidFill>
                <a:schemeClr val="dk2"/>
              </a:solidFill>
              <a:latin typeface="Roboto"/>
              <a:ea typeface="Roboto"/>
              <a:cs typeface="Roboto"/>
              <a:sym typeface="Roboto"/>
            </a:endParaRPr>
          </a:p>
        </p:txBody>
      </p:sp>
      <p:sp>
        <p:nvSpPr>
          <p:cNvPr id="284" name="Google Shape;284;p37"/>
          <p:cNvSpPr txBox="1"/>
          <p:nvPr>
            <p:ph type="title"/>
          </p:nvPr>
        </p:nvSpPr>
        <p:spPr>
          <a:xfrm>
            <a:off x="689775" y="303225"/>
            <a:ext cx="65943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Market Opportunity &amp; Growth</a:t>
            </a:r>
            <a:endParaRPr/>
          </a:p>
        </p:txBody>
      </p:sp>
      <p:sp>
        <p:nvSpPr>
          <p:cNvPr id="285" name="Google Shape;285;p37"/>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sp>
        <p:nvSpPr>
          <p:cNvPr id="286" name="Google Shape;286;p37"/>
          <p:cNvSpPr/>
          <p:nvPr/>
        </p:nvSpPr>
        <p:spPr>
          <a:xfrm>
            <a:off x="689775" y="1348075"/>
            <a:ext cx="2468700" cy="1233600"/>
          </a:xfrm>
          <a:prstGeom prst="roundRect">
            <a:avLst>
              <a:gd fmla="val 8000" name="adj"/>
            </a:avLst>
          </a:prstGeom>
          <a:solidFill>
            <a:srgbClr val="141414"/>
          </a:solidFill>
          <a:ln cap="flat" cmpd="sng" w="13225">
            <a:solidFill>
              <a:srgbClr val="2E2E2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43"/>
              <a:buFont typeface="Arial"/>
              <a:buNone/>
            </a:pPr>
            <a:r>
              <a:t/>
            </a:r>
            <a:endParaRPr b="0" i="0" sz="1943" u="none" cap="none" strike="noStrike">
              <a:solidFill>
                <a:srgbClr val="000000"/>
              </a:solidFill>
              <a:latin typeface="Arial"/>
              <a:ea typeface="Arial"/>
              <a:cs typeface="Arial"/>
              <a:sym typeface="Arial"/>
            </a:endParaRPr>
          </a:p>
        </p:txBody>
      </p:sp>
      <p:sp>
        <p:nvSpPr>
          <p:cNvPr id="287" name="Google Shape;287;p37"/>
          <p:cNvSpPr txBox="1"/>
          <p:nvPr/>
        </p:nvSpPr>
        <p:spPr>
          <a:xfrm>
            <a:off x="689775" y="1348085"/>
            <a:ext cx="2468700" cy="1120200"/>
          </a:xfrm>
          <a:prstGeom prst="rect">
            <a:avLst/>
          </a:prstGeom>
          <a:noFill/>
          <a:ln>
            <a:noFill/>
          </a:ln>
        </p:spPr>
        <p:txBody>
          <a:bodyPr anchorCtr="0" anchor="t" bIns="126900" lIns="126900" spcFirstLastPara="1" rIns="126900" wrap="square" tIns="126900">
            <a:noAutofit/>
          </a:bodyPr>
          <a:lstStyle/>
          <a:p>
            <a:pPr indent="0" lvl="0" marL="0" rtl="0" algn="ctr">
              <a:spcBef>
                <a:spcPts val="0"/>
              </a:spcBef>
              <a:spcAft>
                <a:spcPts val="0"/>
              </a:spcAft>
              <a:buClr>
                <a:schemeClr val="lt1"/>
              </a:buClr>
              <a:buSzPts val="1100"/>
              <a:buFont typeface="Arial"/>
              <a:buNone/>
            </a:pPr>
            <a:r>
              <a:rPr b="1" lang="en-GB" sz="800">
                <a:solidFill>
                  <a:schemeClr val="dk2"/>
                </a:solidFill>
                <a:latin typeface="Roboto"/>
                <a:ea typeface="Roboto"/>
                <a:cs typeface="Roboto"/>
                <a:sym typeface="Roboto"/>
              </a:rPr>
              <a:t>TAM 2030</a:t>
            </a:r>
            <a:endParaRPr b="1" sz="800">
              <a:solidFill>
                <a:schemeClr val="dk2"/>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rPr b="1" lang="en-GB" sz="2221">
                <a:solidFill>
                  <a:srgbClr val="FFBC00"/>
                </a:solidFill>
                <a:latin typeface="Roboto"/>
                <a:ea typeface="Roboto"/>
                <a:cs typeface="Roboto"/>
                <a:sym typeface="Roboto"/>
              </a:rPr>
              <a:t>~$42bn</a:t>
            </a:r>
            <a:endParaRPr b="1" sz="2221">
              <a:solidFill>
                <a:srgbClr val="FFBC00"/>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t/>
            </a:r>
            <a:endParaRPr sz="800">
              <a:solidFill>
                <a:srgbClr val="FFFFFF"/>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rPr lang="en-GB" sz="800">
                <a:solidFill>
                  <a:srgbClr val="FFFFFF"/>
                </a:solidFill>
                <a:latin typeface="Roboto"/>
                <a:ea typeface="Roboto"/>
                <a:cs typeface="Roboto"/>
                <a:sym typeface="Roboto"/>
              </a:rPr>
              <a:t>Global machine vision market</a:t>
            </a:r>
            <a:endParaRPr sz="800">
              <a:solidFill>
                <a:srgbClr val="FFFFFF"/>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t/>
            </a:r>
            <a:endParaRPr sz="800">
              <a:solidFill>
                <a:srgbClr val="FFFFFF"/>
              </a:solidFill>
              <a:latin typeface="Roboto"/>
              <a:ea typeface="Roboto"/>
              <a:cs typeface="Roboto"/>
              <a:sym typeface="Roboto"/>
            </a:endParaRPr>
          </a:p>
        </p:txBody>
      </p:sp>
      <p:sp>
        <p:nvSpPr>
          <p:cNvPr id="288" name="Google Shape;288;p37"/>
          <p:cNvSpPr/>
          <p:nvPr/>
        </p:nvSpPr>
        <p:spPr>
          <a:xfrm>
            <a:off x="3350761" y="1348075"/>
            <a:ext cx="2468700" cy="1233600"/>
          </a:xfrm>
          <a:prstGeom prst="roundRect">
            <a:avLst>
              <a:gd fmla="val 8000" name="adj"/>
            </a:avLst>
          </a:prstGeom>
          <a:solidFill>
            <a:srgbClr val="141414"/>
          </a:solidFill>
          <a:ln cap="flat" cmpd="sng" w="13225">
            <a:solidFill>
              <a:srgbClr val="2E2E2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43"/>
              <a:buFont typeface="Arial"/>
              <a:buNone/>
            </a:pPr>
            <a:r>
              <a:t/>
            </a:r>
            <a:endParaRPr b="0" i="0" sz="1943" u="none" cap="none" strike="noStrike">
              <a:solidFill>
                <a:srgbClr val="000000"/>
              </a:solidFill>
              <a:latin typeface="Arial"/>
              <a:ea typeface="Arial"/>
              <a:cs typeface="Arial"/>
              <a:sym typeface="Arial"/>
            </a:endParaRPr>
          </a:p>
        </p:txBody>
      </p:sp>
      <p:sp>
        <p:nvSpPr>
          <p:cNvPr id="289" name="Google Shape;289;p37"/>
          <p:cNvSpPr txBox="1"/>
          <p:nvPr/>
        </p:nvSpPr>
        <p:spPr>
          <a:xfrm>
            <a:off x="3350761" y="1348085"/>
            <a:ext cx="2468700" cy="1120200"/>
          </a:xfrm>
          <a:prstGeom prst="rect">
            <a:avLst/>
          </a:prstGeom>
          <a:noFill/>
          <a:ln>
            <a:noFill/>
          </a:ln>
        </p:spPr>
        <p:txBody>
          <a:bodyPr anchorCtr="0" anchor="t" bIns="126900" lIns="126900" spcFirstLastPara="1" rIns="126900" wrap="square" tIns="126900">
            <a:noAutofit/>
          </a:bodyPr>
          <a:lstStyle/>
          <a:p>
            <a:pPr indent="0" lvl="0" marL="0" rtl="0" algn="ctr">
              <a:spcBef>
                <a:spcPts val="0"/>
              </a:spcBef>
              <a:spcAft>
                <a:spcPts val="0"/>
              </a:spcAft>
              <a:buClr>
                <a:schemeClr val="lt1"/>
              </a:buClr>
              <a:buSzPts val="1100"/>
              <a:buFont typeface="Arial"/>
              <a:buNone/>
            </a:pPr>
            <a:r>
              <a:rPr b="1" lang="en-GB" sz="800">
                <a:solidFill>
                  <a:schemeClr val="dk2"/>
                </a:solidFill>
                <a:latin typeface="Roboto"/>
                <a:ea typeface="Roboto"/>
                <a:cs typeface="Roboto"/>
                <a:sym typeface="Roboto"/>
              </a:rPr>
              <a:t>SAM 2031</a:t>
            </a:r>
            <a:endParaRPr b="1" sz="800">
              <a:solidFill>
                <a:schemeClr val="dk2"/>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rPr b="1" lang="en-GB" sz="2221">
                <a:solidFill>
                  <a:srgbClr val="FFBC00"/>
                </a:solidFill>
                <a:latin typeface="Roboto"/>
                <a:ea typeface="Roboto"/>
                <a:cs typeface="Roboto"/>
                <a:sym typeface="Roboto"/>
              </a:rPr>
              <a:t>~$28bn</a:t>
            </a:r>
            <a:endParaRPr b="1" sz="2221">
              <a:solidFill>
                <a:srgbClr val="FFBC00"/>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t/>
            </a:r>
            <a:endParaRPr sz="800">
              <a:solidFill>
                <a:srgbClr val="FFFFFF"/>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rPr lang="en-GB" sz="800">
                <a:solidFill>
                  <a:srgbClr val="FFFFFF"/>
                </a:solidFill>
                <a:latin typeface="Roboto"/>
                <a:ea typeface="Roboto"/>
                <a:cs typeface="Roboto"/>
                <a:sym typeface="Roboto"/>
              </a:rPr>
              <a:t>AI-based visual inspection sub-segment</a:t>
            </a:r>
            <a:endParaRPr sz="800">
              <a:solidFill>
                <a:srgbClr val="FFFFFF"/>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t/>
            </a:r>
            <a:endParaRPr sz="800">
              <a:solidFill>
                <a:srgbClr val="FFFFFF"/>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t/>
            </a:r>
            <a:endParaRPr sz="800">
              <a:solidFill>
                <a:srgbClr val="FFFFFF"/>
              </a:solidFill>
              <a:latin typeface="Roboto"/>
              <a:ea typeface="Roboto"/>
              <a:cs typeface="Roboto"/>
              <a:sym typeface="Roboto"/>
            </a:endParaRPr>
          </a:p>
        </p:txBody>
      </p:sp>
      <p:sp>
        <p:nvSpPr>
          <p:cNvPr id="290" name="Google Shape;290;p37"/>
          <p:cNvSpPr/>
          <p:nvPr/>
        </p:nvSpPr>
        <p:spPr>
          <a:xfrm>
            <a:off x="6011747" y="1348075"/>
            <a:ext cx="2468700" cy="1233600"/>
          </a:xfrm>
          <a:prstGeom prst="roundRect">
            <a:avLst>
              <a:gd fmla="val 8000" name="adj"/>
            </a:avLst>
          </a:prstGeom>
          <a:solidFill>
            <a:srgbClr val="141414"/>
          </a:solidFill>
          <a:ln cap="flat" cmpd="sng" w="13225">
            <a:solidFill>
              <a:srgbClr val="2E2E2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43"/>
              <a:buFont typeface="Arial"/>
              <a:buNone/>
            </a:pPr>
            <a:r>
              <a:t/>
            </a:r>
            <a:endParaRPr b="0" i="0" sz="1943" u="none" cap="none" strike="noStrike">
              <a:solidFill>
                <a:srgbClr val="000000"/>
              </a:solidFill>
              <a:latin typeface="Arial"/>
              <a:ea typeface="Arial"/>
              <a:cs typeface="Arial"/>
              <a:sym typeface="Arial"/>
            </a:endParaRPr>
          </a:p>
        </p:txBody>
      </p:sp>
      <p:sp>
        <p:nvSpPr>
          <p:cNvPr id="291" name="Google Shape;291;p37"/>
          <p:cNvSpPr txBox="1"/>
          <p:nvPr/>
        </p:nvSpPr>
        <p:spPr>
          <a:xfrm>
            <a:off x="6011747" y="1348085"/>
            <a:ext cx="2468700" cy="1120200"/>
          </a:xfrm>
          <a:prstGeom prst="rect">
            <a:avLst/>
          </a:prstGeom>
          <a:noFill/>
          <a:ln>
            <a:noFill/>
          </a:ln>
        </p:spPr>
        <p:txBody>
          <a:bodyPr anchorCtr="0" anchor="t" bIns="126900" lIns="126900" spcFirstLastPara="1" rIns="126900" wrap="square" tIns="126900">
            <a:noAutofit/>
          </a:bodyPr>
          <a:lstStyle/>
          <a:p>
            <a:pPr indent="0" lvl="0" marL="0" rtl="0" algn="ctr">
              <a:spcBef>
                <a:spcPts val="0"/>
              </a:spcBef>
              <a:spcAft>
                <a:spcPts val="0"/>
              </a:spcAft>
              <a:buClr>
                <a:schemeClr val="lt1"/>
              </a:buClr>
              <a:buSzPts val="1100"/>
              <a:buFont typeface="Arial"/>
              <a:buNone/>
            </a:pPr>
            <a:r>
              <a:rPr b="1" lang="en-GB" sz="800">
                <a:solidFill>
                  <a:schemeClr val="dk2"/>
                </a:solidFill>
                <a:latin typeface="Roboto"/>
                <a:ea typeface="Roboto"/>
                <a:cs typeface="Roboto"/>
                <a:sym typeface="Roboto"/>
              </a:rPr>
              <a:t>SOM YEAR 5</a:t>
            </a:r>
            <a:endParaRPr b="1" sz="800">
              <a:solidFill>
                <a:schemeClr val="dk2"/>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rPr b="1" lang="en-GB" sz="1921">
                <a:solidFill>
                  <a:srgbClr val="FFBC00"/>
                </a:solidFill>
                <a:latin typeface="Roboto"/>
                <a:ea typeface="Roboto"/>
                <a:cs typeface="Roboto"/>
                <a:sym typeface="Roboto"/>
              </a:rPr>
              <a:t>~$560m</a:t>
            </a:r>
            <a:endParaRPr b="1" sz="1921">
              <a:solidFill>
                <a:srgbClr val="FFBC00"/>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t/>
            </a:r>
            <a:endParaRPr sz="1100">
              <a:solidFill>
                <a:srgbClr val="FFFFFF"/>
              </a:solidFill>
              <a:latin typeface="Roboto"/>
              <a:ea typeface="Roboto"/>
              <a:cs typeface="Roboto"/>
              <a:sym typeface="Roboto"/>
            </a:endParaRPr>
          </a:p>
          <a:p>
            <a:pPr indent="0" lvl="0" marL="0" rtl="0" algn="ctr">
              <a:spcBef>
                <a:spcPts val="0"/>
              </a:spcBef>
              <a:spcAft>
                <a:spcPts val="0"/>
              </a:spcAft>
              <a:buClr>
                <a:schemeClr val="lt1"/>
              </a:buClr>
              <a:buSzPts val="1100"/>
              <a:buFont typeface="Arial"/>
              <a:buNone/>
            </a:pPr>
            <a:r>
              <a:rPr lang="en-GB" sz="800">
                <a:solidFill>
                  <a:srgbClr val="FFFFFF"/>
                </a:solidFill>
                <a:latin typeface="Roboto"/>
                <a:ea typeface="Roboto"/>
                <a:cs typeface="Roboto"/>
                <a:sym typeface="Roboto"/>
              </a:rPr>
              <a:t>Realistic capture, ~2% of SAM by year 5</a:t>
            </a:r>
            <a:endParaRPr sz="800">
              <a:solidFill>
                <a:srgbClr val="FFFFFF"/>
              </a:solidFill>
              <a:latin typeface="Roboto"/>
              <a:ea typeface="Roboto"/>
              <a:cs typeface="Roboto"/>
              <a:sym typeface="Roboto"/>
            </a:endParaRPr>
          </a:p>
        </p:txBody>
      </p:sp>
      <p:sp>
        <p:nvSpPr>
          <p:cNvPr id="292" name="Google Shape;292;p37"/>
          <p:cNvSpPr txBox="1"/>
          <p:nvPr/>
        </p:nvSpPr>
        <p:spPr>
          <a:xfrm>
            <a:off x="689775" y="2758225"/>
            <a:ext cx="7790700" cy="19029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842">
                <a:solidFill>
                  <a:schemeClr val="accent1"/>
                </a:solidFill>
                <a:latin typeface="Roboto"/>
                <a:ea typeface="Roboto"/>
                <a:cs typeface="Roboto"/>
                <a:sym typeface="Roboto"/>
              </a:rPr>
              <a:t>Market signals</a:t>
            </a:r>
            <a:endParaRPr sz="842">
              <a:solidFill>
                <a:schemeClr val="accent1"/>
              </a:solidFill>
              <a:latin typeface="Roboto"/>
              <a:ea typeface="Roboto"/>
              <a:cs typeface="Roboto"/>
              <a:sym typeface="Roboto"/>
            </a:endParaRPr>
          </a:p>
          <a:p>
            <a:pPr indent="0" lvl="0" marL="0" rtl="0" algn="l">
              <a:spcBef>
                <a:spcPts val="135"/>
              </a:spcBef>
              <a:spcAft>
                <a:spcPts val="0"/>
              </a:spcAft>
              <a:buClr>
                <a:schemeClr val="lt1"/>
              </a:buClr>
              <a:buSzPts val="1100"/>
              <a:buFont typeface="Arial"/>
              <a:buNone/>
            </a:pPr>
            <a:r>
              <a:t/>
            </a:r>
            <a:endParaRPr sz="842">
              <a:solidFill>
                <a:schemeClr val="dk2"/>
              </a:solidFill>
              <a:latin typeface="Roboto"/>
              <a:ea typeface="Roboto"/>
              <a:cs typeface="Roboto"/>
              <a:sym typeface="Roboto"/>
            </a:endParaRPr>
          </a:p>
          <a:p>
            <a:pPr indent="-143446" lvl="0" marL="180000" rtl="0" algn="l">
              <a:spcBef>
                <a:spcPts val="135"/>
              </a:spcBef>
              <a:spcAft>
                <a:spcPts val="0"/>
              </a:spcAft>
              <a:buClr>
                <a:schemeClr val="accent1"/>
              </a:buClr>
              <a:buSzPts val="842"/>
              <a:buFont typeface="Roboto"/>
              <a:buChar char="●"/>
            </a:pPr>
            <a:r>
              <a:rPr lang="en-GB" sz="842">
                <a:solidFill>
                  <a:schemeClr val="dk2"/>
                </a:solidFill>
                <a:latin typeface="Roboto"/>
                <a:ea typeface="Roboto"/>
                <a:cs typeface="Roboto"/>
                <a:sym typeface="Roboto"/>
              </a:rPr>
              <a:t>The industrial machine vision market grows from ~$23.6bn (2025) to ~$42bn by 2030 at ~8.3% CAGR, with the AI visual-inspection subsegment growing materially faster.</a:t>
            </a:r>
            <a:endParaRPr sz="842">
              <a:solidFill>
                <a:schemeClr val="dk2"/>
              </a:solidFill>
              <a:latin typeface="Roboto"/>
              <a:ea typeface="Roboto"/>
              <a:cs typeface="Roboto"/>
              <a:sym typeface="Roboto"/>
            </a:endParaRPr>
          </a:p>
          <a:p>
            <a:pPr indent="-90000" lvl="0" marL="180000" rtl="0" algn="l">
              <a:spcBef>
                <a:spcPts val="135"/>
              </a:spcBef>
              <a:spcAft>
                <a:spcPts val="0"/>
              </a:spcAft>
              <a:buNone/>
            </a:pPr>
            <a:r>
              <a:t/>
            </a:r>
            <a:endParaRPr sz="842">
              <a:solidFill>
                <a:schemeClr val="dk2"/>
              </a:solidFill>
              <a:latin typeface="Roboto"/>
              <a:ea typeface="Roboto"/>
              <a:cs typeface="Roboto"/>
              <a:sym typeface="Roboto"/>
            </a:endParaRPr>
          </a:p>
          <a:p>
            <a:pPr indent="-143446" lvl="0" marL="180000" rtl="0" algn="l">
              <a:spcBef>
                <a:spcPts val="135"/>
              </a:spcBef>
              <a:spcAft>
                <a:spcPts val="0"/>
              </a:spcAft>
              <a:buClr>
                <a:schemeClr val="accent1"/>
              </a:buClr>
              <a:buSzPts val="842"/>
              <a:buFont typeface="Roboto"/>
              <a:buChar char="●"/>
            </a:pPr>
            <a:r>
              <a:rPr lang="en-GB" sz="842">
                <a:solidFill>
                  <a:schemeClr val="dk2"/>
                </a:solidFill>
                <a:latin typeface="Roboto"/>
                <a:ea typeface="Roboto"/>
                <a:cs typeface="Roboto"/>
                <a:sym typeface="Roboto"/>
              </a:rPr>
              <a:t>Every new production line requires thousands of labelled defect images and weeks-to-months of tuning today — foundation models compress this to days.</a:t>
            </a:r>
            <a:endParaRPr sz="842">
              <a:solidFill>
                <a:schemeClr val="dk2"/>
              </a:solidFill>
              <a:latin typeface="Roboto"/>
              <a:ea typeface="Roboto"/>
              <a:cs typeface="Roboto"/>
              <a:sym typeface="Roboto"/>
            </a:endParaRPr>
          </a:p>
          <a:p>
            <a:pPr indent="-90000" lvl="0" marL="180000" rtl="0" algn="l">
              <a:spcBef>
                <a:spcPts val="135"/>
              </a:spcBef>
              <a:spcAft>
                <a:spcPts val="0"/>
              </a:spcAft>
              <a:buNone/>
            </a:pPr>
            <a:r>
              <a:t/>
            </a:r>
            <a:endParaRPr sz="842">
              <a:solidFill>
                <a:schemeClr val="dk2"/>
              </a:solidFill>
              <a:latin typeface="Roboto"/>
              <a:ea typeface="Roboto"/>
              <a:cs typeface="Roboto"/>
              <a:sym typeface="Roboto"/>
            </a:endParaRPr>
          </a:p>
          <a:p>
            <a:pPr indent="-143446" lvl="0" marL="180000" rtl="0" algn="l">
              <a:spcBef>
                <a:spcPts val="135"/>
              </a:spcBef>
              <a:spcAft>
                <a:spcPts val="0"/>
              </a:spcAft>
              <a:buClr>
                <a:schemeClr val="accent1"/>
              </a:buClr>
              <a:buSzPts val="842"/>
              <a:buFont typeface="Roboto"/>
              <a:buChar char="●"/>
            </a:pPr>
            <a:r>
              <a:rPr lang="en-GB" sz="842">
                <a:solidFill>
                  <a:schemeClr val="dk2"/>
                </a:solidFill>
                <a:latin typeface="Roboto"/>
                <a:ea typeface="Roboto"/>
                <a:cs typeface="Roboto"/>
                <a:sym typeface="Roboto"/>
              </a:rPr>
              <a:t>The EU AI Act (Regulation 2024/1689) classifies safety-critical inspection AI as high-risk from August 2027 — bringing QMS logging, human-in-loop and provenance obligations that make per-unit visual evidence a compliance necessity, not a nice-to-have.</a:t>
            </a:r>
            <a:endParaRPr sz="842">
              <a:solidFill>
                <a:schemeClr val="dk2"/>
              </a:solidFill>
              <a:latin typeface="Roboto"/>
              <a:ea typeface="Roboto"/>
              <a:cs typeface="Roboto"/>
              <a:sym typeface="Roboto"/>
            </a:endParaRPr>
          </a:p>
          <a:p>
            <a:pPr indent="-90000" lvl="0" marL="180000" rtl="0" algn="l">
              <a:spcBef>
                <a:spcPts val="135"/>
              </a:spcBef>
              <a:spcAft>
                <a:spcPts val="0"/>
              </a:spcAft>
              <a:buNone/>
            </a:pPr>
            <a:r>
              <a:t/>
            </a:r>
            <a:endParaRPr sz="842">
              <a:solidFill>
                <a:schemeClr val="dk2"/>
              </a:solidFill>
              <a:latin typeface="Roboto"/>
              <a:ea typeface="Roboto"/>
              <a:cs typeface="Roboto"/>
              <a:sym typeface="Roboto"/>
            </a:endParaRPr>
          </a:p>
          <a:p>
            <a:pPr indent="-143446" lvl="0" marL="180000" rtl="0" algn="l">
              <a:spcBef>
                <a:spcPts val="135"/>
              </a:spcBef>
              <a:spcAft>
                <a:spcPts val="0"/>
              </a:spcAft>
              <a:buClr>
                <a:schemeClr val="accent1"/>
              </a:buClr>
              <a:buSzPts val="842"/>
              <a:buFont typeface="Roboto"/>
              <a:buChar char="●"/>
            </a:pPr>
            <a:r>
              <a:rPr lang="en-GB" sz="842">
                <a:solidFill>
                  <a:schemeClr val="dk2"/>
                </a:solidFill>
                <a:latin typeface="Roboto"/>
                <a:ea typeface="Roboto"/>
                <a:cs typeface="Roboto"/>
                <a:sym typeface="Roboto"/>
              </a:rPr>
              <a:t>Category capital is inflecting — Landing AI's large-vision-model approach and Meta's SAM 2 signal that foundation-model economics are moving into industrial vision.</a:t>
            </a:r>
            <a:endParaRPr sz="842">
              <a:solidFill>
                <a:schemeClr val="dk2"/>
              </a:solidFill>
              <a:latin typeface="Roboto"/>
              <a:ea typeface="Roboto"/>
              <a:cs typeface="Roboto"/>
              <a:sym typeface="Roboto"/>
            </a:endParaRPr>
          </a:p>
          <a:p>
            <a:pPr indent="0" lvl="0" marL="457200" rtl="0" algn="l">
              <a:spcBef>
                <a:spcPts val="135"/>
              </a:spcBef>
              <a:spcAft>
                <a:spcPts val="0"/>
              </a:spcAft>
              <a:buNone/>
            </a:pPr>
            <a:r>
              <a:t/>
            </a:r>
            <a:endParaRPr sz="842">
              <a:solidFill>
                <a:schemeClr val="dk2"/>
              </a:solidFill>
              <a:latin typeface="Roboto"/>
              <a:ea typeface="Roboto"/>
              <a:cs typeface="Roboto"/>
              <a:sym typeface="Roboto"/>
            </a:endParaRPr>
          </a:p>
        </p:txBody>
      </p:sp>
      <p:sp>
        <p:nvSpPr>
          <p:cNvPr id="293" name="Google Shape;293;p37"/>
          <p:cNvSpPr txBox="1"/>
          <p:nvPr/>
        </p:nvSpPr>
        <p:spPr>
          <a:xfrm>
            <a:off x="6336792" y="224383"/>
            <a:ext cx="2502600" cy="2295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Clr>
                <a:srgbClr val="000000"/>
              </a:buClr>
              <a:buSzPts val="800"/>
              <a:buFont typeface="Arial"/>
              <a:buNone/>
            </a:pPr>
            <a:r>
              <a:rPr lang="en-GB" sz="800">
                <a:solidFill>
                  <a:schemeClr val="dk2"/>
                </a:solidFill>
                <a:latin typeface="Roboto"/>
                <a:ea typeface="Roboto"/>
                <a:cs typeface="Roboto"/>
                <a:sym typeface="Roboto"/>
              </a:rPr>
              <a:t>Visual Inspection FM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7" name="Shape 297"/>
        <p:cNvGrpSpPr/>
        <p:nvPr/>
      </p:nvGrpSpPr>
      <p:grpSpPr>
        <a:xfrm>
          <a:off x="0" y="0"/>
          <a:ext cx="0" cy="0"/>
          <a:chOff x="0" y="0"/>
          <a:chExt cx="0" cy="0"/>
        </a:xfrm>
      </p:grpSpPr>
      <p:sp>
        <p:nvSpPr>
          <p:cNvPr id="298" name="Google Shape;298;p38"/>
          <p:cNvSpPr txBox="1"/>
          <p:nvPr/>
        </p:nvSpPr>
        <p:spPr>
          <a:xfrm>
            <a:off x="689775" y="616050"/>
            <a:ext cx="7711800" cy="1539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lang="en-GB" sz="1000">
                <a:solidFill>
                  <a:schemeClr val="dk2"/>
                </a:solidFill>
                <a:latin typeface="Roboto"/>
                <a:ea typeface="Roboto"/>
                <a:cs typeface="Roboto"/>
                <a:sym typeface="Roboto"/>
              </a:rPr>
              <a:t>Nobody has pre-trained on a proprietary, multi-plant defect corpus and shipped it as an edge appliance and API.</a:t>
            </a:r>
            <a:endParaRPr sz="1000">
              <a:solidFill>
                <a:schemeClr val="dk2"/>
              </a:solidFill>
              <a:latin typeface="Roboto"/>
              <a:ea typeface="Roboto"/>
              <a:cs typeface="Roboto"/>
              <a:sym typeface="Roboto"/>
            </a:endParaRPr>
          </a:p>
        </p:txBody>
      </p:sp>
      <p:sp>
        <p:nvSpPr>
          <p:cNvPr id="299" name="Google Shape;299;p38"/>
          <p:cNvSpPr txBox="1"/>
          <p:nvPr>
            <p:ph type="title"/>
          </p:nvPr>
        </p:nvSpPr>
        <p:spPr>
          <a:xfrm>
            <a:off x="689775" y="303225"/>
            <a:ext cx="65943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Competitive Landscape &amp; Whitespace</a:t>
            </a:r>
            <a:endParaRPr/>
          </a:p>
        </p:txBody>
      </p:sp>
      <p:sp>
        <p:nvSpPr>
          <p:cNvPr id="300" name="Google Shape;300;p38"/>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01" name="Google Shape;301;p38"/>
          <p:cNvGraphicFramePr/>
          <p:nvPr/>
        </p:nvGraphicFramePr>
        <p:xfrm>
          <a:off x="689750" y="1355775"/>
          <a:ext cx="3000000" cy="3000000"/>
        </p:xfrm>
        <a:graphic>
          <a:graphicData uri="http://schemas.openxmlformats.org/drawingml/2006/table">
            <a:tbl>
              <a:tblPr>
                <a:noFill/>
                <a:tableStyleId>{EFF0A436-6BC9-4FD5-B52E-B7EFCF1DE3D3}</a:tableStyleId>
              </a:tblPr>
              <a:tblGrid>
                <a:gridCol w="2169125"/>
                <a:gridCol w="2169125"/>
              </a:tblGrid>
              <a:tr h="329275">
                <a:tc>
                  <a:txBody>
                    <a:bodyPr/>
                    <a:lstStyle/>
                    <a:p>
                      <a:pPr indent="0" lvl="0" marL="0" rtl="0" algn="l">
                        <a:spcBef>
                          <a:spcPts val="0"/>
                        </a:spcBef>
                        <a:spcAft>
                          <a:spcPts val="0"/>
                        </a:spcAft>
                        <a:buNone/>
                      </a:pPr>
                      <a:r>
                        <a:rPr b="1" lang="en-GB" sz="800">
                          <a:solidFill>
                            <a:schemeClr val="accent1"/>
                          </a:solidFill>
                          <a:latin typeface="Roboto"/>
                          <a:ea typeface="Roboto"/>
                          <a:cs typeface="Roboto"/>
                          <a:sym typeface="Roboto"/>
                        </a:rPr>
                        <a:t>Category</a:t>
                      </a:r>
                      <a:endParaRPr b="1" sz="800">
                        <a:solidFill>
                          <a:schemeClr val="accent1"/>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GB" sz="800">
                          <a:solidFill>
                            <a:schemeClr val="accent1"/>
                          </a:solidFill>
                          <a:latin typeface="Roboto"/>
                          <a:ea typeface="Roboto"/>
                          <a:cs typeface="Roboto"/>
                          <a:sym typeface="Roboto"/>
                        </a:rPr>
                        <a:t>Players</a:t>
                      </a:r>
                      <a:endParaRPr b="1" sz="800">
                        <a:solidFill>
                          <a:schemeClr val="accent1"/>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29275">
                <a:tc>
                  <a:txBody>
                    <a:bodyPr/>
                    <a:lstStyle/>
                    <a:p>
                      <a:pPr indent="0" lvl="0" marL="0" rtl="0" algn="l">
                        <a:spcBef>
                          <a:spcPts val="0"/>
                        </a:spcBef>
                        <a:spcAft>
                          <a:spcPts val="0"/>
                        </a:spcAft>
                        <a:buNone/>
                      </a:pPr>
                      <a:r>
                        <a:rPr lang="en-GB" sz="800">
                          <a:solidFill>
                            <a:schemeClr val="dk2"/>
                          </a:solidFill>
                          <a:latin typeface="Roboto"/>
                          <a:ea typeface="Roboto"/>
                          <a:cs typeface="Roboto"/>
                          <a:sym typeface="Roboto"/>
                        </a:rPr>
                        <a:t>Vision AI incumbents</a:t>
                      </a:r>
                      <a:endParaRPr sz="8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800">
                          <a:solidFill>
                            <a:schemeClr val="dk2"/>
                          </a:solidFill>
                          <a:latin typeface="Roboto"/>
                          <a:ea typeface="Roboto"/>
                          <a:cs typeface="Roboto"/>
                          <a:sym typeface="Roboto"/>
                        </a:rPr>
                        <a:t>Cognex, Keyence, Landing AI, Instrumental</a:t>
                      </a:r>
                      <a:endParaRPr sz="8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r>
              <a:tr h="461000">
                <a:tc>
                  <a:txBody>
                    <a:bodyPr/>
                    <a:lstStyle/>
                    <a:p>
                      <a:pPr indent="0" lvl="0" marL="0" rtl="0" algn="l">
                        <a:spcBef>
                          <a:spcPts val="0"/>
                        </a:spcBef>
                        <a:spcAft>
                          <a:spcPts val="0"/>
                        </a:spcAft>
                        <a:buNone/>
                      </a:pPr>
                      <a:r>
                        <a:rPr lang="en-GB" sz="800">
                          <a:solidFill>
                            <a:schemeClr val="dk2"/>
                          </a:solidFill>
                          <a:latin typeface="Roboto"/>
                          <a:ea typeface="Roboto"/>
                          <a:cs typeface="Roboto"/>
                          <a:sym typeface="Roboto"/>
                        </a:rPr>
                        <a:t>Industrial defect specialists</a:t>
                      </a:r>
                      <a:endParaRPr sz="8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62626"/>
                    </a:solidFill>
                  </a:tcPr>
                </a:tc>
                <a:tc>
                  <a:txBody>
                    <a:bodyPr/>
                    <a:lstStyle/>
                    <a:p>
                      <a:pPr indent="0" lvl="0" marL="0" rtl="0" algn="l">
                        <a:spcBef>
                          <a:spcPts val="0"/>
                        </a:spcBef>
                        <a:spcAft>
                          <a:spcPts val="0"/>
                        </a:spcAft>
                        <a:buNone/>
                      </a:pPr>
                      <a:r>
                        <a:rPr lang="en-GB" sz="800">
                          <a:solidFill>
                            <a:schemeClr val="dk2"/>
                          </a:solidFill>
                          <a:latin typeface="Roboto"/>
                          <a:ea typeface="Roboto"/>
                          <a:cs typeface="Roboto"/>
                          <a:sym typeface="Roboto"/>
                        </a:rPr>
                        <a:t>Musashi AI, Averroes.ai, Robovision, Zetamotion</a:t>
                      </a:r>
                      <a:endParaRPr sz="8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62626"/>
                    </a:solidFill>
                  </a:tcPr>
                </a:tc>
              </a:tr>
              <a:tr h="461000">
                <a:tc>
                  <a:txBody>
                    <a:bodyPr/>
                    <a:lstStyle/>
                    <a:p>
                      <a:pPr indent="0" lvl="0" marL="0" rtl="0" algn="l">
                        <a:spcBef>
                          <a:spcPts val="0"/>
                        </a:spcBef>
                        <a:spcAft>
                          <a:spcPts val="0"/>
                        </a:spcAft>
                        <a:buNone/>
                      </a:pPr>
                      <a:r>
                        <a:rPr lang="en-GB" sz="800">
                          <a:solidFill>
                            <a:schemeClr val="dk2"/>
                          </a:solidFill>
                          <a:latin typeface="Roboto"/>
                          <a:ea typeface="Roboto"/>
                          <a:cs typeface="Roboto"/>
                          <a:sym typeface="Roboto"/>
                        </a:rPr>
                        <a:t>Foundation model (general purpose)</a:t>
                      </a:r>
                      <a:endParaRPr sz="8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800">
                          <a:solidFill>
                            <a:schemeClr val="dk2"/>
                          </a:solidFill>
                          <a:latin typeface="Roboto"/>
                          <a:ea typeface="Roboto"/>
                          <a:cs typeface="Roboto"/>
                          <a:sym typeface="Roboto"/>
                        </a:rPr>
                        <a:t>Google Vertex Vision, Meta SAM 2, OpenAI Vision</a:t>
                      </a:r>
                      <a:endParaRPr sz="8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r>
              <a:tr h="329275">
                <a:tc>
                  <a:txBody>
                    <a:bodyPr/>
                    <a:lstStyle/>
                    <a:p>
                      <a:pPr indent="0" lvl="0" marL="0" rtl="0" algn="l">
                        <a:spcBef>
                          <a:spcPts val="0"/>
                        </a:spcBef>
                        <a:spcAft>
                          <a:spcPts val="0"/>
                        </a:spcAft>
                        <a:buNone/>
                      </a:pPr>
                      <a:r>
                        <a:rPr lang="en-GB" sz="800">
                          <a:solidFill>
                            <a:schemeClr val="dk2"/>
                          </a:solidFill>
                          <a:latin typeface="Roboto"/>
                          <a:ea typeface="Roboto"/>
                          <a:cs typeface="Roboto"/>
                          <a:sym typeface="Roboto"/>
                        </a:rPr>
                        <a:t>MLOps for industrial vision</a:t>
                      </a:r>
                      <a:endParaRPr sz="8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62626"/>
                    </a:solidFill>
                  </a:tcPr>
                </a:tc>
                <a:tc>
                  <a:txBody>
                    <a:bodyPr/>
                    <a:lstStyle/>
                    <a:p>
                      <a:pPr indent="0" lvl="0" marL="0" rtl="0" algn="l">
                        <a:spcBef>
                          <a:spcPts val="0"/>
                        </a:spcBef>
                        <a:spcAft>
                          <a:spcPts val="0"/>
                        </a:spcAft>
                        <a:buNone/>
                      </a:pPr>
                      <a:r>
                        <a:rPr lang="en-GB" sz="800">
                          <a:solidFill>
                            <a:schemeClr val="dk2"/>
                          </a:solidFill>
                          <a:latin typeface="Roboto"/>
                          <a:ea typeface="Roboto"/>
                          <a:cs typeface="Roboto"/>
                          <a:sym typeface="Roboto"/>
                        </a:rPr>
                        <a:t>Voxel51, Fizyr, Osaro, Ambi Robotics</a:t>
                      </a:r>
                      <a:endParaRPr sz="8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62626"/>
                    </a:solidFill>
                  </a:tcPr>
                </a:tc>
              </a:tr>
            </a:tbl>
          </a:graphicData>
        </a:graphic>
      </p:graphicFrame>
      <p:sp>
        <p:nvSpPr>
          <p:cNvPr id="302" name="Google Shape;302;p38"/>
          <p:cNvSpPr/>
          <p:nvPr/>
        </p:nvSpPr>
        <p:spPr>
          <a:xfrm>
            <a:off x="5185775" y="1355775"/>
            <a:ext cx="3294900" cy="2104500"/>
          </a:xfrm>
          <a:prstGeom prst="roundRect">
            <a:avLst>
              <a:gd fmla="val 8261" name="adj"/>
            </a:avLst>
          </a:prstGeom>
          <a:solidFill>
            <a:srgbClr val="FFBC00">
              <a:alpha val="8240"/>
            </a:srgbClr>
          </a:solidFill>
          <a:ln>
            <a:noFill/>
          </a:ln>
        </p:spPr>
        <p:txBody>
          <a:bodyPr anchorCtr="0" anchor="t" bIns="30950" lIns="61900" spcFirstLastPara="1" rIns="61900" wrap="square" tIns="30950">
            <a:noAutofit/>
          </a:bodyPr>
          <a:lstStyle/>
          <a:p>
            <a:pPr indent="0" lvl="0" marL="0" marR="0" rtl="0" algn="l">
              <a:lnSpc>
                <a:spcPct val="100000"/>
              </a:lnSpc>
              <a:spcBef>
                <a:spcPts val="0"/>
              </a:spcBef>
              <a:spcAft>
                <a:spcPts val="0"/>
              </a:spcAft>
              <a:buClr>
                <a:srgbClr val="000000"/>
              </a:buClr>
              <a:buSzPts val="948"/>
              <a:buFont typeface="Arial"/>
              <a:buNone/>
            </a:pPr>
            <a:r>
              <a:t/>
            </a:r>
            <a:endParaRPr b="0" i="0" sz="948" u="none" cap="none" strike="noStrike">
              <a:solidFill>
                <a:srgbClr val="000000"/>
              </a:solidFill>
              <a:latin typeface="Arial"/>
              <a:ea typeface="Arial"/>
              <a:cs typeface="Arial"/>
              <a:sym typeface="Arial"/>
            </a:endParaRPr>
          </a:p>
        </p:txBody>
      </p:sp>
      <p:sp>
        <p:nvSpPr>
          <p:cNvPr id="303" name="Google Shape;303;p38"/>
          <p:cNvSpPr txBox="1"/>
          <p:nvPr/>
        </p:nvSpPr>
        <p:spPr>
          <a:xfrm>
            <a:off x="5308550" y="1738800"/>
            <a:ext cx="3093000" cy="13452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1042">
                <a:solidFill>
                  <a:schemeClr val="dk2"/>
                </a:solidFill>
                <a:latin typeface="Roboto"/>
                <a:ea typeface="Roboto"/>
                <a:cs typeface="Roboto"/>
                <a:sym typeface="Roboto"/>
              </a:rPr>
              <a:t>Generic vision models lack industrial defect data. Industrial vision vendors lack the cross-plant scale to train a foundation model. No one has pre-trained on a proprietary, multi-plant defect corpus and shipped it as an edge appliance and API — incumbents own plant-floor trust, AI-native players own the technology, but no competitor combines both.</a:t>
            </a:r>
            <a:endParaRPr sz="1042">
              <a:solidFill>
                <a:schemeClr val="dk2"/>
              </a:solidFill>
              <a:latin typeface="Roboto"/>
              <a:ea typeface="Roboto"/>
              <a:cs typeface="Roboto"/>
              <a:sym typeface="Roboto"/>
            </a:endParaRPr>
          </a:p>
        </p:txBody>
      </p:sp>
      <p:pic>
        <p:nvPicPr>
          <p:cNvPr id="304" name="Google Shape;304;p38"/>
          <p:cNvPicPr preferRelativeResize="0"/>
          <p:nvPr/>
        </p:nvPicPr>
        <p:blipFill>
          <a:blip r:embed="rId3">
            <a:alphaModFix/>
          </a:blip>
          <a:stretch>
            <a:fillRect/>
          </a:stretch>
        </p:blipFill>
        <p:spPr>
          <a:xfrm>
            <a:off x="5371450" y="1526925"/>
            <a:ext cx="188450" cy="188450"/>
          </a:xfrm>
          <a:prstGeom prst="rect">
            <a:avLst/>
          </a:prstGeom>
          <a:noFill/>
          <a:ln>
            <a:noFill/>
          </a:ln>
        </p:spPr>
      </p:pic>
      <p:sp>
        <p:nvSpPr>
          <p:cNvPr id="305" name="Google Shape;305;p38"/>
          <p:cNvSpPr txBox="1"/>
          <p:nvPr/>
        </p:nvSpPr>
        <p:spPr>
          <a:xfrm>
            <a:off x="5614775" y="1506400"/>
            <a:ext cx="2436900" cy="22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000">
                <a:solidFill>
                  <a:schemeClr val="accent1"/>
                </a:solidFill>
                <a:latin typeface="Roboto"/>
                <a:ea typeface="Roboto"/>
                <a:cs typeface="Roboto"/>
                <a:sym typeface="Roboto"/>
              </a:rPr>
              <a:t>WHITESPACE</a:t>
            </a:r>
            <a:endParaRPr sz="1000">
              <a:solidFill>
                <a:schemeClr val="accent1"/>
              </a:solidFill>
              <a:latin typeface="Roboto"/>
              <a:ea typeface="Roboto"/>
              <a:cs typeface="Roboto"/>
              <a:sym typeface="Roboto"/>
            </a:endParaRPr>
          </a:p>
        </p:txBody>
      </p:sp>
      <p:sp>
        <p:nvSpPr>
          <p:cNvPr id="306" name="Google Shape;306;p38"/>
          <p:cNvSpPr/>
          <p:nvPr/>
        </p:nvSpPr>
        <p:spPr>
          <a:xfrm>
            <a:off x="689775" y="3647753"/>
            <a:ext cx="7790700" cy="936900"/>
          </a:xfrm>
          <a:prstGeom prst="roundRect">
            <a:avLst>
              <a:gd fmla="val 8000" name="adj"/>
            </a:avLst>
          </a:prstGeom>
          <a:solidFill>
            <a:srgbClr val="141414"/>
          </a:solidFill>
          <a:ln cap="flat" cmpd="sng" w="13225">
            <a:solidFill>
              <a:srgbClr val="2E2E2E"/>
            </a:solidFill>
            <a:prstDash val="solid"/>
            <a:round/>
            <a:headEnd len="sm" w="sm" type="none"/>
            <a:tailEnd len="sm" w="sm" type="none"/>
          </a:ln>
        </p:spPr>
        <p:txBody>
          <a:bodyPr anchorCtr="0" anchor="ctr" bIns="72000" lIns="72000" spcFirstLastPara="1" rIns="72000" wrap="square" tIns="72000">
            <a:noAutofit/>
          </a:bodyPr>
          <a:lstStyle/>
          <a:p>
            <a:pPr indent="0" lvl="0" marL="0" rtl="0" algn="l">
              <a:spcBef>
                <a:spcPts val="0"/>
              </a:spcBef>
              <a:spcAft>
                <a:spcPts val="0"/>
              </a:spcAft>
              <a:buClr>
                <a:schemeClr val="lt1"/>
              </a:buClr>
              <a:buSzPts val="1100"/>
              <a:buFont typeface="Arial"/>
              <a:buNone/>
            </a:pPr>
            <a:r>
              <a:rPr b="1" lang="en-GB" sz="1200">
                <a:solidFill>
                  <a:schemeClr val="accent1"/>
                </a:solidFill>
                <a:latin typeface="Roboto"/>
                <a:ea typeface="Roboto"/>
                <a:cs typeface="Roboto"/>
                <a:sym typeface="Roboto"/>
              </a:rPr>
              <a:t>Category signal: </a:t>
            </a:r>
            <a:r>
              <a:rPr lang="en-GB" sz="1200">
                <a:solidFill>
                  <a:schemeClr val="dk2"/>
                </a:solidFill>
                <a:latin typeface="Roboto"/>
                <a:ea typeface="Roboto"/>
                <a:cs typeface="Roboto"/>
                <a:sym typeface="Roboto"/>
              </a:rPr>
              <a:t>: vision foundation models already beat rule-based systems by 30%+ and adapt to new SKUs zero-shot — the technology has crossed the threshold to be buildable at pace. Landing AI's large-vision-model approach and Meta's SAM 2 are proof the economics are shifting toward foundation models across industrial vision, not just consumer applications.</a:t>
            </a:r>
            <a:endParaRPr sz="1200">
              <a:solidFill>
                <a:schemeClr val="dk2"/>
              </a:solidFill>
              <a:latin typeface="Roboto"/>
              <a:ea typeface="Roboto"/>
              <a:cs typeface="Roboto"/>
              <a:sym typeface="Roboto"/>
            </a:endParaRPr>
          </a:p>
        </p:txBody>
      </p:sp>
      <p:sp>
        <p:nvSpPr>
          <p:cNvPr id="307" name="Google Shape;307;p38"/>
          <p:cNvSpPr txBox="1"/>
          <p:nvPr/>
        </p:nvSpPr>
        <p:spPr>
          <a:xfrm>
            <a:off x="6336792" y="224383"/>
            <a:ext cx="2502600" cy="2295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Clr>
                <a:srgbClr val="000000"/>
              </a:buClr>
              <a:buSzPts val="800"/>
              <a:buFont typeface="Arial"/>
              <a:buNone/>
            </a:pPr>
            <a:r>
              <a:rPr lang="en-GB" sz="800">
                <a:solidFill>
                  <a:schemeClr val="dk2"/>
                </a:solidFill>
                <a:latin typeface="Roboto"/>
                <a:ea typeface="Roboto"/>
                <a:cs typeface="Roboto"/>
                <a:sym typeface="Roboto"/>
              </a:rPr>
              <a:t>Visual Inspection FM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1" name="Shape 311"/>
        <p:cNvGrpSpPr/>
        <p:nvPr/>
      </p:nvGrpSpPr>
      <p:grpSpPr>
        <a:xfrm>
          <a:off x="0" y="0"/>
          <a:ext cx="0" cy="0"/>
          <a:chOff x="0" y="0"/>
          <a:chExt cx="0" cy="0"/>
        </a:xfrm>
      </p:grpSpPr>
      <p:sp>
        <p:nvSpPr>
          <p:cNvPr id="312" name="Google Shape;312;p39"/>
          <p:cNvSpPr txBox="1"/>
          <p:nvPr/>
        </p:nvSpPr>
        <p:spPr>
          <a:xfrm>
            <a:off x="689775" y="616050"/>
            <a:ext cx="7711800" cy="1539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lang="en-GB" sz="1000">
                <a:solidFill>
                  <a:schemeClr val="dk2"/>
                </a:solidFill>
                <a:latin typeface="Roboto"/>
                <a:ea typeface="Roboto"/>
                <a:cs typeface="Roboto"/>
                <a:sym typeface="Roboto"/>
              </a:rPr>
              <a:t>Assets and structural advantages no vision-AI startup or industrial incumbent can replicate on their own.</a:t>
            </a:r>
            <a:endParaRPr sz="1000">
              <a:solidFill>
                <a:schemeClr val="dk2"/>
              </a:solidFill>
              <a:latin typeface="Roboto"/>
              <a:ea typeface="Roboto"/>
              <a:cs typeface="Roboto"/>
              <a:sym typeface="Roboto"/>
            </a:endParaRPr>
          </a:p>
        </p:txBody>
      </p:sp>
      <p:sp>
        <p:nvSpPr>
          <p:cNvPr id="313" name="Google Shape;313;p39"/>
          <p:cNvSpPr txBox="1"/>
          <p:nvPr>
            <p:ph type="title"/>
          </p:nvPr>
        </p:nvSpPr>
        <p:spPr>
          <a:xfrm>
            <a:off x="689775" y="303225"/>
            <a:ext cx="65943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Bosch's Right to Win</a:t>
            </a:r>
            <a:endParaRPr/>
          </a:p>
        </p:txBody>
      </p:sp>
      <p:sp>
        <p:nvSpPr>
          <p:cNvPr id="314" name="Google Shape;314;p39"/>
          <p:cNvSpPr txBox="1"/>
          <p:nvPr>
            <p:ph idx="12" type="sldNum"/>
          </p:nvPr>
        </p:nvSpPr>
        <p:spPr>
          <a:xfrm>
            <a:off x="8480584" y="4902251"/>
            <a:ext cx="548700" cy="123000"/>
          </a:xfrm>
          <a:prstGeom prst="rect">
            <a:avLst/>
          </a:prstGeom>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sp>
        <p:nvSpPr>
          <p:cNvPr id="315" name="Google Shape;315;p39"/>
          <p:cNvSpPr/>
          <p:nvPr/>
        </p:nvSpPr>
        <p:spPr>
          <a:xfrm>
            <a:off x="676600" y="1284225"/>
            <a:ext cx="3761400" cy="815700"/>
          </a:xfrm>
          <a:prstGeom prst="roundRect">
            <a:avLst>
              <a:gd fmla="val 16667" name="adj"/>
            </a:avLst>
          </a:prstGeom>
          <a:solidFill>
            <a:srgbClr val="232323"/>
          </a:solidFill>
          <a:ln cap="flat" cmpd="sng" w="9525">
            <a:solidFill>
              <a:srgbClr val="535353"/>
            </a:solidFill>
            <a:prstDash val="solid"/>
            <a:round/>
            <a:headEnd len="sm" w="sm" type="none"/>
            <a:tailEnd len="sm" w="sm" type="none"/>
          </a:ln>
        </p:spPr>
        <p:txBody>
          <a:bodyPr anchorCtr="0" anchor="t" bIns="30950" lIns="61900" spcFirstLastPara="1" rIns="61900" wrap="square" tIns="30950">
            <a:noAutofit/>
          </a:bodyPr>
          <a:lstStyle/>
          <a:p>
            <a:pPr indent="0" lvl="0" marL="0" marR="0" rtl="0" algn="l">
              <a:lnSpc>
                <a:spcPct val="100000"/>
              </a:lnSpc>
              <a:spcBef>
                <a:spcPts val="0"/>
              </a:spcBef>
              <a:spcAft>
                <a:spcPts val="0"/>
              </a:spcAft>
              <a:buClr>
                <a:srgbClr val="000000"/>
              </a:buClr>
              <a:buSzPts val="948"/>
              <a:buFont typeface="Arial"/>
              <a:buNone/>
            </a:pPr>
            <a:r>
              <a:t/>
            </a:r>
            <a:endParaRPr b="0" i="0" sz="948" u="none" cap="none" strike="noStrike">
              <a:solidFill>
                <a:srgbClr val="000000"/>
              </a:solidFill>
              <a:latin typeface="Arial"/>
              <a:ea typeface="Arial"/>
              <a:cs typeface="Arial"/>
              <a:sym typeface="Arial"/>
            </a:endParaRPr>
          </a:p>
        </p:txBody>
      </p:sp>
      <p:sp>
        <p:nvSpPr>
          <p:cNvPr id="316" name="Google Shape;316;p39"/>
          <p:cNvSpPr txBox="1"/>
          <p:nvPr/>
        </p:nvSpPr>
        <p:spPr>
          <a:xfrm>
            <a:off x="1169500" y="1385800"/>
            <a:ext cx="3054900" cy="216300"/>
          </a:xfrm>
          <a:prstGeom prst="rect">
            <a:avLst/>
          </a:prstGeom>
          <a:noFill/>
          <a:ln>
            <a:noFill/>
          </a:ln>
        </p:spPr>
        <p:txBody>
          <a:bodyPr anchorCtr="0" anchor="t" bIns="30950" lIns="61900" spcFirstLastPara="1" rIns="61900" wrap="square" tIns="30950">
            <a:spAutoFit/>
          </a:bodyPr>
          <a:lstStyle/>
          <a:p>
            <a:pPr indent="0" lvl="0" marL="0" rtl="0" algn="l">
              <a:lnSpc>
                <a:spcPct val="110000"/>
              </a:lnSpc>
              <a:spcBef>
                <a:spcPts val="0"/>
              </a:spcBef>
              <a:spcAft>
                <a:spcPts val="0"/>
              </a:spcAft>
              <a:buClr>
                <a:schemeClr val="lt1"/>
              </a:buClr>
              <a:buSzPts val="1100"/>
              <a:buFont typeface="Arial"/>
              <a:buNone/>
            </a:pPr>
            <a:r>
              <a:rPr b="1" lang="en-GB" sz="1000">
                <a:solidFill>
                  <a:srgbClr val="FFBC00"/>
                </a:solidFill>
                <a:latin typeface="Roboto"/>
                <a:ea typeface="Roboto"/>
                <a:cs typeface="Roboto"/>
                <a:sym typeface="Roboto"/>
              </a:rPr>
              <a:t>Bosch Plants of Proprietary Defect Data</a:t>
            </a:r>
            <a:endParaRPr b="1" sz="1000">
              <a:solidFill>
                <a:srgbClr val="FFBC00"/>
              </a:solidFill>
              <a:latin typeface="Roboto"/>
              <a:ea typeface="Roboto"/>
              <a:cs typeface="Roboto"/>
              <a:sym typeface="Roboto"/>
            </a:endParaRPr>
          </a:p>
        </p:txBody>
      </p:sp>
      <p:sp>
        <p:nvSpPr>
          <p:cNvPr id="317" name="Google Shape;317;p39"/>
          <p:cNvSpPr txBox="1"/>
          <p:nvPr/>
        </p:nvSpPr>
        <p:spPr>
          <a:xfrm>
            <a:off x="751275" y="1712941"/>
            <a:ext cx="3522300" cy="2601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642">
                <a:solidFill>
                  <a:srgbClr val="CCCCCC"/>
                </a:solidFill>
                <a:latin typeface="Roboto"/>
                <a:ea typeface="Roboto"/>
                <a:cs typeface="Roboto"/>
                <a:sym typeface="Roboto"/>
              </a:rPr>
              <a:t>Bosch's cross-plant defect image corpus is training data no consultancy or startup can replicate.</a:t>
            </a:r>
            <a:endParaRPr sz="642">
              <a:solidFill>
                <a:srgbClr val="CCCCCC"/>
              </a:solidFill>
              <a:latin typeface="Roboto"/>
              <a:ea typeface="Roboto"/>
              <a:cs typeface="Roboto"/>
              <a:sym typeface="Roboto"/>
            </a:endParaRPr>
          </a:p>
        </p:txBody>
      </p:sp>
      <p:sp>
        <p:nvSpPr>
          <p:cNvPr id="318" name="Google Shape;318;p39"/>
          <p:cNvSpPr/>
          <p:nvPr/>
        </p:nvSpPr>
        <p:spPr>
          <a:xfrm>
            <a:off x="800998" y="1330225"/>
            <a:ext cx="317400" cy="317400"/>
          </a:xfrm>
          <a:prstGeom prst="ellipse">
            <a:avLst/>
          </a:prstGeom>
          <a:solidFill>
            <a:srgbClr val="FFBC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48"/>
              <a:buFont typeface="Arial"/>
              <a:buNone/>
            </a:pPr>
            <a:r>
              <a:t/>
            </a:r>
            <a:endParaRPr b="0" i="0" sz="1187" u="none" cap="none" strike="noStrike">
              <a:solidFill>
                <a:srgbClr val="000000"/>
              </a:solidFill>
              <a:latin typeface="Arial"/>
              <a:ea typeface="Arial"/>
              <a:cs typeface="Arial"/>
              <a:sym typeface="Arial"/>
            </a:endParaRPr>
          </a:p>
        </p:txBody>
      </p:sp>
      <p:sp>
        <p:nvSpPr>
          <p:cNvPr id="319" name="Google Shape;319;p39"/>
          <p:cNvSpPr/>
          <p:nvPr/>
        </p:nvSpPr>
        <p:spPr>
          <a:xfrm>
            <a:off x="4719175" y="1284225"/>
            <a:ext cx="3761400" cy="815700"/>
          </a:xfrm>
          <a:prstGeom prst="roundRect">
            <a:avLst>
              <a:gd fmla="val 16667" name="adj"/>
            </a:avLst>
          </a:prstGeom>
          <a:solidFill>
            <a:srgbClr val="232323"/>
          </a:solidFill>
          <a:ln cap="flat" cmpd="sng" w="9525">
            <a:solidFill>
              <a:srgbClr val="535353"/>
            </a:solidFill>
            <a:prstDash val="solid"/>
            <a:round/>
            <a:headEnd len="sm" w="sm" type="none"/>
            <a:tailEnd len="sm" w="sm" type="none"/>
          </a:ln>
        </p:spPr>
        <p:txBody>
          <a:bodyPr anchorCtr="0" anchor="t" bIns="30950" lIns="61900" spcFirstLastPara="1" rIns="61900" wrap="square" tIns="30950">
            <a:noAutofit/>
          </a:bodyPr>
          <a:lstStyle/>
          <a:p>
            <a:pPr indent="0" lvl="0" marL="0" marR="0" rtl="0" algn="l">
              <a:lnSpc>
                <a:spcPct val="100000"/>
              </a:lnSpc>
              <a:spcBef>
                <a:spcPts val="0"/>
              </a:spcBef>
              <a:spcAft>
                <a:spcPts val="0"/>
              </a:spcAft>
              <a:buClr>
                <a:srgbClr val="000000"/>
              </a:buClr>
              <a:buSzPts val="948"/>
              <a:buFont typeface="Arial"/>
              <a:buNone/>
            </a:pPr>
            <a:r>
              <a:t/>
            </a:r>
            <a:endParaRPr b="0" i="0" sz="948" u="none" cap="none" strike="noStrike">
              <a:solidFill>
                <a:srgbClr val="000000"/>
              </a:solidFill>
              <a:latin typeface="Arial"/>
              <a:ea typeface="Arial"/>
              <a:cs typeface="Arial"/>
              <a:sym typeface="Arial"/>
            </a:endParaRPr>
          </a:p>
        </p:txBody>
      </p:sp>
      <p:sp>
        <p:nvSpPr>
          <p:cNvPr id="320" name="Google Shape;320;p39"/>
          <p:cNvSpPr txBox="1"/>
          <p:nvPr/>
        </p:nvSpPr>
        <p:spPr>
          <a:xfrm>
            <a:off x="5212075" y="1385800"/>
            <a:ext cx="3054900" cy="216300"/>
          </a:xfrm>
          <a:prstGeom prst="rect">
            <a:avLst/>
          </a:prstGeom>
          <a:noFill/>
          <a:ln>
            <a:noFill/>
          </a:ln>
        </p:spPr>
        <p:txBody>
          <a:bodyPr anchorCtr="0" anchor="t" bIns="30950" lIns="61900" spcFirstLastPara="1" rIns="61900" wrap="square" tIns="30950">
            <a:spAutoFit/>
          </a:bodyPr>
          <a:lstStyle/>
          <a:p>
            <a:pPr indent="0" lvl="0" marL="0" rtl="0" algn="l">
              <a:lnSpc>
                <a:spcPct val="110000"/>
              </a:lnSpc>
              <a:spcBef>
                <a:spcPts val="0"/>
              </a:spcBef>
              <a:spcAft>
                <a:spcPts val="0"/>
              </a:spcAft>
              <a:buClr>
                <a:schemeClr val="lt1"/>
              </a:buClr>
              <a:buSzPts val="1100"/>
              <a:buFont typeface="Arial"/>
              <a:buNone/>
            </a:pPr>
            <a:r>
              <a:rPr b="1" lang="en-GB" sz="1000">
                <a:solidFill>
                  <a:srgbClr val="FFBC00"/>
                </a:solidFill>
                <a:latin typeface="Roboto"/>
                <a:ea typeface="Roboto"/>
                <a:cs typeface="Roboto"/>
                <a:sym typeface="Roboto"/>
              </a:rPr>
              <a:t>Bosch Center for AI (BCAI)</a:t>
            </a:r>
            <a:endParaRPr b="1" sz="1000">
              <a:solidFill>
                <a:srgbClr val="FFBC00"/>
              </a:solidFill>
              <a:latin typeface="Roboto"/>
              <a:ea typeface="Roboto"/>
              <a:cs typeface="Roboto"/>
              <a:sym typeface="Roboto"/>
            </a:endParaRPr>
          </a:p>
        </p:txBody>
      </p:sp>
      <p:sp>
        <p:nvSpPr>
          <p:cNvPr id="321" name="Google Shape;321;p39"/>
          <p:cNvSpPr txBox="1"/>
          <p:nvPr/>
        </p:nvSpPr>
        <p:spPr>
          <a:xfrm>
            <a:off x="4793850" y="1712941"/>
            <a:ext cx="3522300" cy="2601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642">
                <a:solidFill>
                  <a:srgbClr val="CCCCCC"/>
                </a:solidFill>
                <a:latin typeface="Roboto"/>
                <a:ea typeface="Roboto"/>
                <a:cs typeface="Roboto"/>
                <a:sym typeface="Roboto"/>
              </a:rPr>
              <a:t>Deep computer-vision research depth, already deploying models across Bosch production today.</a:t>
            </a:r>
            <a:endParaRPr sz="642">
              <a:solidFill>
                <a:srgbClr val="CCCCCC"/>
              </a:solidFill>
              <a:latin typeface="Roboto"/>
              <a:ea typeface="Roboto"/>
              <a:cs typeface="Roboto"/>
              <a:sym typeface="Roboto"/>
            </a:endParaRPr>
          </a:p>
        </p:txBody>
      </p:sp>
      <p:sp>
        <p:nvSpPr>
          <p:cNvPr id="322" name="Google Shape;322;p39"/>
          <p:cNvSpPr/>
          <p:nvPr/>
        </p:nvSpPr>
        <p:spPr>
          <a:xfrm>
            <a:off x="4843573" y="1330225"/>
            <a:ext cx="317400" cy="317400"/>
          </a:xfrm>
          <a:prstGeom prst="ellipse">
            <a:avLst/>
          </a:prstGeom>
          <a:solidFill>
            <a:srgbClr val="FFBC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48"/>
              <a:buFont typeface="Arial"/>
              <a:buNone/>
            </a:pPr>
            <a:r>
              <a:t/>
            </a:r>
            <a:endParaRPr b="0" i="0" sz="1187" u="none" cap="none" strike="noStrike">
              <a:solidFill>
                <a:srgbClr val="000000"/>
              </a:solidFill>
              <a:latin typeface="Arial"/>
              <a:ea typeface="Arial"/>
              <a:cs typeface="Arial"/>
              <a:sym typeface="Arial"/>
            </a:endParaRPr>
          </a:p>
        </p:txBody>
      </p:sp>
      <p:sp>
        <p:nvSpPr>
          <p:cNvPr id="323" name="Google Shape;323;p39"/>
          <p:cNvSpPr/>
          <p:nvPr/>
        </p:nvSpPr>
        <p:spPr>
          <a:xfrm>
            <a:off x="676600" y="2236725"/>
            <a:ext cx="3761400" cy="815700"/>
          </a:xfrm>
          <a:prstGeom prst="roundRect">
            <a:avLst>
              <a:gd fmla="val 16667" name="adj"/>
            </a:avLst>
          </a:prstGeom>
          <a:solidFill>
            <a:srgbClr val="232323"/>
          </a:solidFill>
          <a:ln cap="flat" cmpd="sng" w="9525">
            <a:solidFill>
              <a:srgbClr val="535353"/>
            </a:solidFill>
            <a:prstDash val="solid"/>
            <a:round/>
            <a:headEnd len="sm" w="sm" type="none"/>
            <a:tailEnd len="sm" w="sm" type="none"/>
          </a:ln>
        </p:spPr>
        <p:txBody>
          <a:bodyPr anchorCtr="0" anchor="t" bIns="30950" lIns="61900" spcFirstLastPara="1" rIns="61900" wrap="square" tIns="30950">
            <a:noAutofit/>
          </a:bodyPr>
          <a:lstStyle/>
          <a:p>
            <a:pPr indent="0" lvl="0" marL="0" marR="0" rtl="0" algn="l">
              <a:lnSpc>
                <a:spcPct val="100000"/>
              </a:lnSpc>
              <a:spcBef>
                <a:spcPts val="0"/>
              </a:spcBef>
              <a:spcAft>
                <a:spcPts val="0"/>
              </a:spcAft>
              <a:buClr>
                <a:srgbClr val="000000"/>
              </a:buClr>
              <a:buSzPts val="948"/>
              <a:buFont typeface="Arial"/>
              <a:buNone/>
            </a:pPr>
            <a:r>
              <a:t/>
            </a:r>
            <a:endParaRPr b="0" i="0" sz="948" u="none" cap="none" strike="noStrike">
              <a:solidFill>
                <a:srgbClr val="000000"/>
              </a:solidFill>
              <a:latin typeface="Arial"/>
              <a:ea typeface="Arial"/>
              <a:cs typeface="Arial"/>
              <a:sym typeface="Arial"/>
            </a:endParaRPr>
          </a:p>
        </p:txBody>
      </p:sp>
      <p:sp>
        <p:nvSpPr>
          <p:cNvPr id="324" name="Google Shape;324;p39"/>
          <p:cNvSpPr txBox="1"/>
          <p:nvPr/>
        </p:nvSpPr>
        <p:spPr>
          <a:xfrm>
            <a:off x="1169500" y="2338300"/>
            <a:ext cx="3054900" cy="216300"/>
          </a:xfrm>
          <a:prstGeom prst="rect">
            <a:avLst/>
          </a:prstGeom>
          <a:noFill/>
          <a:ln>
            <a:noFill/>
          </a:ln>
        </p:spPr>
        <p:txBody>
          <a:bodyPr anchorCtr="0" anchor="t" bIns="30950" lIns="61900" spcFirstLastPara="1" rIns="61900" wrap="square" tIns="30950">
            <a:spAutoFit/>
          </a:bodyPr>
          <a:lstStyle/>
          <a:p>
            <a:pPr indent="0" lvl="0" marL="0" rtl="0" algn="l">
              <a:lnSpc>
                <a:spcPct val="110000"/>
              </a:lnSpc>
              <a:spcBef>
                <a:spcPts val="0"/>
              </a:spcBef>
              <a:spcAft>
                <a:spcPts val="0"/>
              </a:spcAft>
              <a:buClr>
                <a:schemeClr val="lt1"/>
              </a:buClr>
              <a:buSzPts val="1100"/>
              <a:buFont typeface="Arial"/>
              <a:buNone/>
            </a:pPr>
            <a:r>
              <a:rPr b="1" lang="en-GB" sz="1000">
                <a:solidFill>
                  <a:srgbClr val="FFBC00"/>
                </a:solidFill>
                <a:latin typeface="Roboto"/>
                <a:ea typeface="Roboto"/>
                <a:cs typeface="Roboto"/>
                <a:sym typeface="Roboto"/>
              </a:rPr>
              <a:t>Nexeed + Bosch Security Systems</a:t>
            </a:r>
            <a:endParaRPr b="1" sz="1000">
              <a:solidFill>
                <a:srgbClr val="FFBC00"/>
              </a:solidFill>
              <a:latin typeface="Roboto"/>
              <a:ea typeface="Roboto"/>
              <a:cs typeface="Roboto"/>
              <a:sym typeface="Roboto"/>
            </a:endParaRPr>
          </a:p>
        </p:txBody>
      </p:sp>
      <p:sp>
        <p:nvSpPr>
          <p:cNvPr id="325" name="Google Shape;325;p39"/>
          <p:cNvSpPr txBox="1"/>
          <p:nvPr/>
        </p:nvSpPr>
        <p:spPr>
          <a:xfrm>
            <a:off x="751275" y="2665441"/>
            <a:ext cx="3522300" cy="2601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642">
                <a:solidFill>
                  <a:srgbClr val="CCCCCC"/>
                </a:solidFill>
                <a:latin typeface="Roboto"/>
                <a:ea typeface="Roboto"/>
                <a:cs typeface="Roboto"/>
                <a:sym typeface="Roboto"/>
              </a:rPr>
              <a:t>Nexeed provides the MES/quality integration path; Bosch Security Systems supplies the camera and edge hardware channel.</a:t>
            </a:r>
            <a:endParaRPr sz="642">
              <a:solidFill>
                <a:srgbClr val="CCCCCC"/>
              </a:solidFill>
              <a:latin typeface="Roboto"/>
              <a:ea typeface="Roboto"/>
              <a:cs typeface="Roboto"/>
              <a:sym typeface="Roboto"/>
            </a:endParaRPr>
          </a:p>
        </p:txBody>
      </p:sp>
      <p:sp>
        <p:nvSpPr>
          <p:cNvPr id="326" name="Google Shape;326;p39"/>
          <p:cNvSpPr/>
          <p:nvPr/>
        </p:nvSpPr>
        <p:spPr>
          <a:xfrm>
            <a:off x="800998" y="2282725"/>
            <a:ext cx="317400" cy="317400"/>
          </a:xfrm>
          <a:prstGeom prst="ellipse">
            <a:avLst/>
          </a:prstGeom>
          <a:solidFill>
            <a:srgbClr val="FFBC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48"/>
              <a:buFont typeface="Arial"/>
              <a:buNone/>
            </a:pPr>
            <a:r>
              <a:t/>
            </a:r>
            <a:endParaRPr b="0" i="0" sz="1187" u="none" cap="none" strike="noStrike">
              <a:solidFill>
                <a:srgbClr val="000000"/>
              </a:solidFill>
              <a:latin typeface="Arial"/>
              <a:ea typeface="Arial"/>
              <a:cs typeface="Arial"/>
              <a:sym typeface="Arial"/>
            </a:endParaRPr>
          </a:p>
        </p:txBody>
      </p:sp>
      <p:sp>
        <p:nvSpPr>
          <p:cNvPr id="327" name="Google Shape;327;p39"/>
          <p:cNvSpPr/>
          <p:nvPr/>
        </p:nvSpPr>
        <p:spPr>
          <a:xfrm>
            <a:off x="4719175" y="2236725"/>
            <a:ext cx="3761400" cy="815700"/>
          </a:xfrm>
          <a:prstGeom prst="roundRect">
            <a:avLst>
              <a:gd fmla="val 16667" name="adj"/>
            </a:avLst>
          </a:prstGeom>
          <a:solidFill>
            <a:srgbClr val="232323"/>
          </a:solidFill>
          <a:ln cap="flat" cmpd="sng" w="9525">
            <a:solidFill>
              <a:srgbClr val="535353"/>
            </a:solidFill>
            <a:prstDash val="solid"/>
            <a:round/>
            <a:headEnd len="sm" w="sm" type="none"/>
            <a:tailEnd len="sm" w="sm" type="none"/>
          </a:ln>
        </p:spPr>
        <p:txBody>
          <a:bodyPr anchorCtr="0" anchor="t" bIns="30950" lIns="61900" spcFirstLastPara="1" rIns="61900" wrap="square" tIns="30950">
            <a:noAutofit/>
          </a:bodyPr>
          <a:lstStyle/>
          <a:p>
            <a:pPr indent="0" lvl="0" marL="0" marR="0" rtl="0" algn="l">
              <a:lnSpc>
                <a:spcPct val="100000"/>
              </a:lnSpc>
              <a:spcBef>
                <a:spcPts val="0"/>
              </a:spcBef>
              <a:spcAft>
                <a:spcPts val="0"/>
              </a:spcAft>
              <a:buClr>
                <a:srgbClr val="000000"/>
              </a:buClr>
              <a:buSzPts val="948"/>
              <a:buFont typeface="Arial"/>
              <a:buNone/>
            </a:pPr>
            <a:r>
              <a:t/>
            </a:r>
            <a:endParaRPr b="0" i="0" sz="948" u="none" cap="none" strike="noStrike">
              <a:solidFill>
                <a:srgbClr val="000000"/>
              </a:solidFill>
              <a:latin typeface="Arial"/>
              <a:ea typeface="Arial"/>
              <a:cs typeface="Arial"/>
              <a:sym typeface="Arial"/>
            </a:endParaRPr>
          </a:p>
        </p:txBody>
      </p:sp>
      <p:sp>
        <p:nvSpPr>
          <p:cNvPr id="328" name="Google Shape;328;p39"/>
          <p:cNvSpPr txBox="1"/>
          <p:nvPr/>
        </p:nvSpPr>
        <p:spPr>
          <a:xfrm>
            <a:off x="5212075" y="2338300"/>
            <a:ext cx="3054900" cy="216300"/>
          </a:xfrm>
          <a:prstGeom prst="rect">
            <a:avLst/>
          </a:prstGeom>
          <a:noFill/>
          <a:ln>
            <a:noFill/>
          </a:ln>
        </p:spPr>
        <p:txBody>
          <a:bodyPr anchorCtr="0" anchor="t" bIns="30950" lIns="61900" spcFirstLastPara="1" rIns="61900" wrap="square" tIns="30950">
            <a:spAutoFit/>
          </a:bodyPr>
          <a:lstStyle/>
          <a:p>
            <a:pPr indent="0" lvl="0" marL="0" rtl="0" algn="l">
              <a:lnSpc>
                <a:spcPct val="110000"/>
              </a:lnSpc>
              <a:spcBef>
                <a:spcPts val="0"/>
              </a:spcBef>
              <a:spcAft>
                <a:spcPts val="0"/>
              </a:spcAft>
              <a:buClr>
                <a:schemeClr val="lt1"/>
              </a:buClr>
              <a:buSzPts val="1100"/>
              <a:buFont typeface="Arial"/>
              <a:buNone/>
            </a:pPr>
            <a:r>
              <a:rPr b="1" lang="en-GB" sz="1000">
                <a:solidFill>
                  <a:srgbClr val="FFBC00"/>
                </a:solidFill>
                <a:latin typeface="Roboto"/>
                <a:ea typeface="Roboto"/>
                <a:cs typeface="Roboto"/>
                <a:sym typeface="Roboto"/>
              </a:rPr>
              <a:t>Safety-Critical AI Pedigree</a:t>
            </a:r>
            <a:endParaRPr b="1" sz="1000">
              <a:solidFill>
                <a:srgbClr val="FFBC00"/>
              </a:solidFill>
              <a:latin typeface="Roboto"/>
              <a:ea typeface="Roboto"/>
              <a:cs typeface="Roboto"/>
              <a:sym typeface="Roboto"/>
            </a:endParaRPr>
          </a:p>
        </p:txBody>
      </p:sp>
      <p:sp>
        <p:nvSpPr>
          <p:cNvPr id="329" name="Google Shape;329;p39"/>
          <p:cNvSpPr txBox="1"/>
          <p:nvPr/>
        </p:nvSpPr>
        <p:spPr>
          <a:xfrm>
            <a:off x="4793850" y="2665441"/>
            <a:ext cx="3522300" cy="2601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642">
                <a:solidFill>
                  <a:srgbClr val="CCCCCC"/>
                </a:solidFill>
                <a:latin typeface="Roboto"/>
                <a:ea typeface="Roboto"/>
                <a:cs typeface="Roboto"/>
                <a:sym typeface="Roboto"/>
              </a:rPr>
              <a:t>IEC 61508 and IATF 16949 track record — Bosch can certify AI in production loops in a way startups fundamentally cannot.</a:t>
            </a:r>
            <a:endParaRPr sz="642">
              <a:solidFill>
                <a:srgbClr val="CCCCCC"/>
              </a:solidFill>
              <a:latin typeface="Roboto"/>
              <a:ea typeface="Roboto"/>
              <a:cs typeface="Roboto"/>
              <a:sym typeface="Roboto"/>
            </a:endParaRPr>
          </a:p>
        </p:txBody>
      </p:sp>
      <p:sp>
        <p:nvSpPr>
          <p:cNvPr id="330" name="Google Shape;330;p39"/>
          <p:cNvSpPr/>
          <p:nvPr/>
        </p:nvSpPr>
        <p:spPr>
          <a:xfrm>
            <a:off x="4843573" y="2282725"/>
            <a:ext cx="317400" cy="317400"/>
          </a:xfrm>
          <a:prstGeom prst="ellipse">
            <a:avLst/>
          </a:prstGeom>
          <a:solidFill>
            <a:srgbClr val="FFBC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48"/>
              <a:buFont typeface="Arial"/>
              <a:buNone/>
            </a:pPr>
            <a:r>
              <a:t/>
            </a:r>
            <a:endParaRPr b="0" i="0" sz="1187" u="none" cap="none" strike="noStrike">
              <a:solidFill>
                <a:srgbClr val="000000"/>
              </a:solidFill>
              <a:latin typeface="Arial"/>
              <a:ea typeface="Arial"/>
              <a:cs typeface="Arial"/>
              <a:sym typeface="Arial"/>
            </a:endParaRPr>
          </a:p>
        </p:txBody>
      </p:sp>
      <p:sp>
        <p:nvSpPr>
          <p:cNvPr id="331" name="Google Shape;331;p39"/>
          <p:cNvSpPr txBox="1"/>
          <p:nvPr/>
        </p:nvSpPr>
        <p:spPr>
          <a:xfrm>
            <a:off x="689775" y="3372425"/>
            <a:ext cx="7790700" cy="1920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842">
                <a:solidFill>
                  <a:schemeClr val="accent1"/>
                </a:solidFill>
                <a:latin typeface="Roboto"/>
                <a:ea typeface="Roboto"/>
                <a:cs typeface="Roboto"/>
                <a:sym typeface="Roboto"/>
              </a:rPr>
              <a:t>Why now: Regulation is turning visual evidence into a legal requirement</a:t>
            </a:r>
            <a:endParaRPr sz="842">
              <a:solidFill>
                <a:schemeClr val="accent1"/>
              </a:solidFill>
              <a:latin typeface="Roboto"/>
              <a:ea typeface="Roboto"/>
              <a:cs typeface="Roboto"/>
              <a:sym typeface="Roboto"/>
            </a:endParaRPr>
          </a:p>
        </p:txBody>
      </p:sp>
      <p:sp>
        <p:nvSpPr>
          <p:cNvPr id="332" name="Google Shape;332;p39"/>
          <p:cNvSpPr txBox="1"/>
          <p:nvPr/>
        </p:nvSpPr>
        <p:spPr>
          <a:xfrm>
            <a:off x="1232650" y="3633925"/>
            <a:ext cx="7247700" cy="580800"/>
          </a:xfrm>
          <a:prstGeom prst="rect">
            <a:avLst/>
          </a:prstGeom>
          <a:noFill/>
          <a:ln>
            <a:noFill/>
          </a:ln>
        </p:spPr>
        <p:txBody>
          <a:bodyPr anchorCtr="0" anchor="t" bIns="30950" lIns="61900" spcFirstLastPara="1" rIns="61900" wrap="square" tIns="30950">
            <a:spAutoFit/>
          </a:bodyPr>
          <a:lstStyle/>
          <a:p>
            <a:pPr indent="0" lvl="0" marL="0" rtl="0" algn="l">
              <a:spcBef>
                <a:spcPts val="135"/>
              </a:spcBef>
              <a:spcAft>
                <a:spcPts val="0"/>
              </a:spcAft>
              <a:buClr>
                <a:schemeClr val="lt1"/>
              </a:buClr>
              <a:buSzPts val="1100"/>
              <a:buFont typeface="Arial"/>
              <a:buNone/>
            </a:pPr>
            <a:r>
              <a:rPr lang="en-GB" sz="842">
                <a:solidFill>
                  <a:srgbClr val="CCCCCC"/>
                </a:solidFill>
                <a:latin typeface="Roboto"/>
                <a:ea typeface="Roboto"/>
                <a:cs typeface="Roboto"/>
                <a:sym typeface="Roboto"/>
              </a:rPr>
              <a:t>Three regulations land within 18 months of each other — the EU Product Liability Directive (Dec 2026), the EU Machinery Regulation (Jan 2027), and EUDAMED (May 2026) — making per-unit visual evidence a matter of personal liability, not optional spend. Cost of Quality already sits at 5–20% of revenue for manufacturers; AI-native quality is the only category that touches prevention, appraisal and failure costs all at once, and every customer deployment adds to a data flywheel that sharpens the model for everyone after them.</a:t>
            </a:r>
            <a:endParaRPr sz="842">
              <a:solidFill>
                <a:srgbClr val="CCCCCC"/>
              </a:solidFill>
              <a:latin typeface="Roboto"/>
              <a:ea typeface="Roboto"/>
              <a:cs typeface="Roboto"/>
              <a:sym typeface="Roboto"/>
            </a:endParaRPr>
          </a:p>
        </p:txBody>
      </p:sp>
      <p:sp>
        <p:nvSpPr>
          <p:cNvPr id="333" name="Google Shape;333;p39"/>
          <p:cNvSpPr/>
          <p:nvPr/>
        </p:nvSpPr>
        <p:spPr>
          <a:xfrm>
            <a:off x="800998" y="3706450"/>
            <a:ext cx="317400" cy="317400"/>
          </a:xfrm>
          <a:prstGeom prst="ellipse">
            <a:avLst/>
          </a:prstGeom>
          <a:solidFill>
            <a:srgbClr val="FFBC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48"/>
              <a:buFont typeface="Arial"/>
              <a:buNone/>
            </a:pPr>
            <a:r>
              <a:t/>
            </a:r>
            <a:endParaRPr b="0" i="0" sz="1187" u="none" cap="none" strike="noStrike">
              <a:solidFill>
                <a:srgbClr val="000000"/>
              </a:solidFill>
              <a:latin typeface="Arial"/>
              <a:ea typeface="Arial"/>
              <a:cs typeface="Arial"/>
              <a:sym typeface="Arial"/>
            </a:endParaRPr>
          </a:p>
        </p:txBody>
      </p:sp>
      <p:pic>
        <p:nvPicPr>
          <p:cNvPr id="334" name="Google Shape;334;p39"/>
          <p:cNvPicPr preferRelativeResize="0"/>
          <p:nvPr/>
        </p:nvPicPr>
        <p:blipFill>
          <a:blip r:embed="rId3">
            <a:alphaModFix/>
          </a:blip>
          <a:stretch>
            <a:fillRect/>
          </a:stretch>
        </p:blipFill>
        <p:spPr>
          <a:xfrm>
            <a:off x="863700" y="1407338"/>
            <a:ext cx="192000" cy="192000"/>
          </a:xfrm>
          <a:prstGeom prst="rect">
            <a:avLst/>
          </a:prstGeom>
          <a:noFill/>
          <a:ln>
            <a:noFill/>
          </a:ln>
        </p:spPr>
      </p:pic>
      <p:pic>
        <p:nvPicPr>
          <p:cNvPr id="335" name="Google Shape;335;p39"/>
          <p:cNvPicPr preferRelativeResize="0"/>
          <p:nvPr/>
        </p:nvPicPr>
        <p:blipFill>
          <a:blip r:embed="rId4">
            <a:alphaModFix/>
          </a:blip>
          <a:stretch>
            <a:fillRect/>
          </a:stretch>
        </p:blipFill>
        <p:spPr>
          <a:xfrm>
            <a:off x="4906275" y="1407338"/>
            <a:ext cx="192000" cy="192000"/>
          </a:xfrm>
          <a:prstGeom prst="rect">
            <a:avLst/>
          </a:prstGeom>
          <a:noFill/>
          <a:ln>
            <a:noFill/>
          </a:ln>
        </p:spPr>
      </p:pic>
      <p:pic>
        <p:nvPicPr>
          <p:cNvPr id="336" name="Google Shape;336;p39"/>
          <p:cNvPicPr preferRelativeResize="0"/>
          <p:nvPr/>
        </p:nvPicPr>
        <p:blipFill>
          <a:blip r:embed="rId5">
            <a:alphaModFix/>
          </a:blip>
          <a:stretch>
            <a:fillRect/>
          </a:stretch>
        </p:blipFill>
        <p:spPr>
          <a:xfrm>
            <a:off x="863700" y="2345425"/>
            <a:ext cx="192000" cy="192000"/>
          </a:xfrm>
          <a:prstGeom prst="rect">
            <a:avLst/>
          </a:prstGeom>
          <a:noFill/>
          <a:ln>
            <a:noFill/>
          </a:ln>
        </p:spPr>
      </p:pic>
      <p:pic>
        <p:nvPicPr>
          <p:cNvPr id="337" name="Google Shape;337;p39"/>
          <p:cNvPicPr preferRelativeResize="0"/>
          <p:nvPr/>
        </p:nvPicPr>
        <p:blipFill>
          <a:blip r:embed="rId6">
            <a:alphaModFix/>
          </a:blip>
          <a:stretch>
            <a:fillRect/>
          </a:stretch>
        </p:blipFill>
        <p:spPr>
          <a:xfrm>
            <a:off x="4906275" y="2345425"/>
            <a:ext cx="192000" cy="192000"/>
          </a:xfrm>
          <a:prstGeom prst="rect">
            <a:avLst/>
          </a:prstGeom>
          <a:noFill/>
          <a:ln>
            <a:noFill/>
          </a:ln>
        </p:spPr>
      </p:pic>
      <p:pic>
        <p:nvPicPr>
          <p:cNvPr id="338" name="Google Shape;338;p39"/>
          <p:cNvPicPr preferRelativeResize="0"/>
          <p:nvPr/>
        </p:nvPicPr>
        <p:blipFill>
          <a:blip r:embed="rId7">
            <a:alphaModFix/>
          </a:blip>
          <a:stretch>
            <a:fillRect/>
          </a:stretch>
        </p:blipFill>
        <p:spPr>
          <a:xfrm>
            <a:off x="863700" y="3774488"/>
            <a:ext cx="192000" cy="181333"/>
          </a:xfrm>
          <a:prstGeom prst="rect">
            <a:avLst/>
          </a:prstGeom>
          <a:noFill/>
          <a:ln>
            <a:noFill/>
          </a:ln>
        </p:spPr>
      </p:pic>
      <p:sp>
        <p:nvSpPr>
          <p:cNvPr id="339" name="Google Shape;339;p39"/>
          <p:cNvSpPr txBox="1"/>
          <p:nvPr/>
        </p:nvSpPr>
        <p:spPr>
          <a:xfrm>
            <a:off x="6336792" y="224383"/>
            <a:ext cx="2502600" cy="2295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Clr>
                <a:srgbClr val="000000"/>
              </a:buClr>
              <a:buSzPts val="800"/>
              <a:buFont typeface="Arial"/>
              <a:buNone/>
            </a:pPr>
            <a:r>
              <a:rPr lang="en-GB" sz="800">
                <a:solidFill>
                  <a:schemeClr val="dk2"/>
                </a:solidFill>
                <a:latin typeface="Roboto"/>
                <a:ea typeface="Roboto"/>
                <a:cs typeface="Roboto"/>
                <a:sym typeface="Roboto"/>
              </a:rPr>
              <a:t>Visual Inspection FM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reative Dock">
  <a:themeElements>
    <a:clrScheme name="Custom 2">
      <a:dk1>
        <a:srgbClr val="1B1B1B"/>
      </a:dk1>
      <a:lt1>
        <a:srgbClr val="000000"/>
      </a:lt1>
      <a:dk2>
        <a:srgbClr val="FFFFFF"/>
      </a:dk2>
      <a:lt2>
        <a:srgbClr val="F1EFEB"/>
      </a:lt2>
      <a:accent1>
        <a:srgbClr val="FFBC00"/>
      </a:accent1>
      <a:accent2>
        <a:srgbClr val="FF3C00"/>
      </a:accent2>
      <a:accent3>
        <a:srgbClr val="4A2CFF"/>
      </a:accent3>
      <a:accent4>
        <a:srgbClr val="00B074"/>
      </a:accent4>
      <a:accent5>
        <a:srgbClr val="E2DDD5"/>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